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476" autoAdjust="0"/>
  </p:normalViewPr>
  <p:slideViewPr>
    <p:cSldViewPr snapToGrid="0">
      <p:cViewPr varScale="1">
        <p:scale>
          <a:sx n="63" d="100"/>
          <a:sy n="63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7E349-C7AD-4A02-AF29-54307ABA2F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9EF34-F0A6-4404-96C9-E0CBA4DC12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90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2000/svg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2000/svg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graph TD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세종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 --&gt; B[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아버지 태종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 --&gt; C[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태조 이성계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 --&gt; D[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환조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 --&gt; E[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도조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 --&gt; F[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경순왕후 박씨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 --&gt; G[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의혜왕후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최씨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 --&gt; H[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최한기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 --&gt; I[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조선국대부인 이씨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 --&gt; J[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신의왕후 한씨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 --&gt; K[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안천부원군 한경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 --&gt; L[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안천부원군 한규인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 --&gt; M[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증 정경부인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 --&gt; N[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삼한국대부인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신씨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 --&gt; O[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신윤려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--&gt; P[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어머니 원경왕후 민씨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 --&gt; Q[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여흥부원군 민제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 --&gt; R[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민변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 --&gt; S[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민적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 --&gt; T[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원씨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 --&gt; U[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여산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송씨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 --&gt; V[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삼한국대부인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송씨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 --&gt; W[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송선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 --&gt; X[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달성 하씨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9EF34-F0A6-4404-96C9-E0CBA4DC12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528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svg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width="1500" height="1000"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viewBox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="0 0 1500 1000" fill="none"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xmlns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</a:t>
            </a:r>
            <a:r>
              <a:rPr lang="en-US" altLang="ko-KR" b="0" i="0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http://www.w3.org/2000/svg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width="1500" height="1000" fill="white"/&gt;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&lt;style&gt;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/*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기본 텍스트 스타일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폰트는 나눔고딕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맑은고딕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권장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가로세로 중앙 정렬 *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.label { font-family: '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NanumGothic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', '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Malgun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Gothic', sans-serif; font-size: 14px; text-anchor: middle; dominant-baseline: middle; fill: black; }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/*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제목 스타일 *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.title { font-family: '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NanumGothic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', '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Malgun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Gothic', sans-serif; font-size: 24px; font-weight: bold; fill: #333; }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/*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연결선 스타일 *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.line { stroke: #888; stroke-width: 1.5; fill: none; }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/*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특정 인물에 대한 파란색 텍스트 스타일 *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.blue-text { fill: #2C6EAB; font-weight: bold; }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&lt;/style&gt;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x="50" y="50" class="title"&gt;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세종의 직계 조상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d="M110 600 H140 V450 H180 M140 600 V830 H180"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d="M290 450 H320 V330 H350 M320 450 V570 H350"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d="M490 330 H520 V210 H550 M520 330 H520 V450 H550"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d="M690 210 H720 V160 H750 M720 210 V260 H750"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d="M690 450 H720 V400 H750 M720 450 V500 H750"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d="M490 570 H520 V510 H550 M520 570 V630 H550"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d="M690 510 H720 V460 H750 M720 510 V560 H750"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d="M690 630 H750 V600 H850"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d="M310 830 H340 V750 H370 M340 830 V910 H370"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d="M510 750 H540 V690 H570 M540 750 V810 H570"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d="M710 690 H740 V640 H770 M740 690 V740 H770"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&lt;path d="M510 910 H540 V870 H570 M540 910 V950 H570" class="line"/&gt;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x="50" y="580" width="60"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fill="#F8CECC" stroke="#B85450"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x="80" y="600"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세종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x="180" y="430" width="110"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fill="#FAD7AC" stroke="#B46504"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x="235" y="450"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아버지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class="blue-text"&gt;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태종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x="180" y="810" width="130"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fill="#FAD7AC" stroke="#B46504"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x="245" y="830"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어머니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class="blue-text"&gt;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원경왕후 민씨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x="350" y="310"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fill="#FFF2CC" stroke="#D6B656"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x="420" y="330"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태조 이성계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x="350" y="550"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fill="#FFF2CC" stroke="#D6B656"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x="420" y="570"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신의왕후 한씨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x="370" y="730"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fill="#FFF2CC" stroke="#D6B656"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x="440" y="750"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여흥부원군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class="blue-text"&gt;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민제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x="370" y="890"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fill="#FFF2CC" stroke="#D6B656"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x="440" y="910"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삼한국대부인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class="blue-text"&gt;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송씨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x="550" y="190"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x="620" y="210"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환조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x="550" y="430"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x="620" y="450"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의혜왕후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최씨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x="550" y="490"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x="620" y="510"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안천부원군 한경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x="550" y="610"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x="620" y="630"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삼한국대부인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class="blue-text"&gt;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신씨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tspan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x="570" y="670"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x="640" y="690"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민변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x="570" y="790"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x="640" y="810"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여산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송씨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x="570" y="850"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x="640" y="870"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송선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x="570" y="930"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fill="#D5E8D4" stroke="#82B366"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x="640" y="950"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달성 하씨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x="750" y="140"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x="820" y="160"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도조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x="750" y="240"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x="820" y="260"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경순왕후 박씨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x="750" y="380"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x="820" y="400"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최한기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x="750" y="480"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x="820" y="500"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조선국대부인 이씨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x="750" y="440" width="160"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x="830" y="460"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안천부원군 한규인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x="750" y="540"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x="820" y="560"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증 정경부인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x="850" y="580" width="110"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x="905" y="600"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신윤려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x="770" y="620"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x="840" y="640" class="label"&gt;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민적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x="770" y="720" width="140" height="40"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="5" fill="#DAE8FC" stroke="#6C8EBF" stroke-width="1.5"/&gt;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x="840" y="740" class="label"&gt;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원씨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svg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9EF34-F0A6-4404-96C9-E0CBA4DC12B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827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flowchart TD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응시원서 접수 및 신체검사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 --&gt; B[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교통안전교육 수강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 --&gt; C[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학과시험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필기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 --&gt; D{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합격 여부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 --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불합격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--&gt; C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 --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합격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--&gt; E[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기능시험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장내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 --&gt; F{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합격 여부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 --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불합격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--&gt; E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 --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합격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--&gt; G[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연습면허 발급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 --&gt; H[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도로주행 시험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 --&gt; I{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합격 여부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 --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불합격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--&gt; H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 --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합격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--&gt; J[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운전면허증 발급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]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style A fill:#e1f5fe,stroke:#01579b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style C fill:#fff9c4,stroke:#fbc02d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style E fill:#f3e5f5,stroke:#7b1fa2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style H fill:#e8f5e9,stroke:#2e7d32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style J fill:#ffe0b2,stroke:#e65100,stroke-width:3px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9EF34-F0A6-4404-96C9-E0CBA4DC12B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901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svg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width="600" height="850"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viewBox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="0 0 600 850"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xmlns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</a:t>
            </a:r>
            <a:r>
              <a:rPr lang="en-US" altLang="ko-KR" b="0" i="0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http://www.w3.org/2000/svg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width="600" height="850" fill="white"/&gt;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&lt;style&gt;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.box-text { font-family: '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Malgun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Gothic', sans-serif; font-size: 14px; font-weight: bold; text-anchor: middle; }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.sub-text { font-family: '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Malgun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Gothic', sans-serif; font-size: 11px; fill: #555; text-anchor: middle; }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.arrow { stroke: #333; stroke-width: 2; fill: none; marker-end: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url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(#arrowhead); }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&lt;/style&gt;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&lt;marker id="arrowhead"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markerWidth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="10"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markerHeight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="7"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="9"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="3.5" orient="auto"&gt;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&lt;polygon points="0 0, 10 3.5, 0 7" fill="#333" /&gt;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&lt;/marker&gt;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</a:t>
            </a: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b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y="40" font-family="sans-serif" font-size="20" font-weight="bold" text-anchor="middle"&gt;1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종 보통 운전면허 취득 과정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x="175" y="80" width="250" height="60"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="8" fill="#e1f5fe" stroke="#01579b"/&gt;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y="105" class="box-text"&gt;1.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응시원서 접수 및 신체검사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y="125" class="sub-text"&gt;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시험장 방문 및 건강검진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&lt;line x1="300" y1="140" x2="300" y2="175" class="arrow"/&gt;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x="175" y="180" width="250" height="60"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="8" fill="#e1f5fe" stroke="#01579b"/&gt;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y="205" class="box-text"&gt;2.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교통안전교육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y="225" class="sub-text"&gt;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시청각 교육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시간 수강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&lt;line x1="300" y1="240" x2="300" y2="275" class="arrow"/&gt;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x="175" y="280" width="250" height="60"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="8" fill="#fff9c4" stroke="#fbc02d"/&gt;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y="305" class="box-text"&gt;3.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학과시험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필기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y="325" class="sub-text"&gt;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문학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법규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40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문항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&lt;line x1="300" y1="340" x2="300" y2="375" class="arrow"/&gt;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x="175" y="380" width="250" height="60"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="8" fill="#f3e5f5" stroke="#7b1fa2"/&gt;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y="405" class="box-text"&gt;4.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기능시험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장내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y="425" class="sub-text"&gt;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운전 장치 조작 및 코스 주행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&lt;line x1="300" y1="440" x2="300" y2="475" class="arrow"/&gt;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x="175" y="480" width="250" height="60"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="8" fill="#e8f5e9" stroke="#2e7d32"/&gt;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y="505" class="box-text"&gt;5.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연습면허 발급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y="525" class="sub-text"&gt;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도로주행 연습을 위한 임시 면허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&lt;line x1="300" y1="540" x2="300" y2="575" class="arrow"/&gt;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x="175" y="580" width="250" height="60"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="8" fill="#e8f5e9" stroke="#2e7d32"/&gt;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y="605" class="box-text"&gt;6.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도로주행 시험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y="625" class="sub-text"&gt;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실제 도로에서 주행 능력 평가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&lt;line x1="300" y1="640" x2="300" y2="675" class="arrow"/&gt;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x="175" y="680" width="250" height="60"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rx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="8" fill="#ffe0b2" stroke="#e65100" stroke-width="3"/&gt;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y="705" class="box-text"&gt;7.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운전면허증 발급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&lt;text x="300" y="725" class="sub-text"&gt;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최종 합격 및 면허증 수령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&lt;/text&gt;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svg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9EF34-F0A6-4404-96C9-E0CBA4DC12B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12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10D3-9452-4DC6-8243-BF34A7681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006B9E-E358-4585-BD55-03E862EC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B1C14-EC42-46F6-8051-89DBFD2C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9EB79-CFF5-4F2D-8263-30384FBA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5C1784-0A0A-43FE-83DC-57FD5F9A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70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791CF-820F-443E-9EA3-B1F87F010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FE8794-9DD8-42E3-9D75-D9EFA7209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1D5E8B-B33F-4CC7-935C-5C4CC5CA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FB927-CE85-4618-9D5D-CA0E2466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3FC1B2-95F7-49C9-A888-A70CA1D4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90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FBCD4-D787-44AD-B012-BBE9E543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9C1D61-35F0-47AA-9A14-5EE83A3F4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095D4-E2BE-4504-B656-CFAF4436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B630E0-4C69-4726-AD5E-53296AEB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44286-8BC6-439F-98FD-641FFA7C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77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CDC71-E156-4EC7-ACF9-4687D4AD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6A5F4-2403-43ED-A4AC-889437BA7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1BDDD4-B463-48F7-A40D-CF85B1358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DCAFFB-C1A7-458A-A7D5-690ABB59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C835A7-53DA-4FF0-B09A-EF93B293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9E7B07-9197-4C7C-9F41-4EC2019F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49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800C-A29D-4CB2-9FCC-D02867C0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294822-3BF9-43DF-8397-4D31CA08D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EA70AA-AF14-4C9F-A9A3-4FA5A15FE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F18DE4-0FE2-47BA-BF80-E883EC072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D4D2B0-A3A2-43B5-999B-61F6478D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A43744-6550-43FB-96DE-CFF87D83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5AC5CB-BA92-4CA0-8C04-FF763F7F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ACFFB0-6A48-4FEB-B48E-97F4F20F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698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FF5AA-5807-4D04-AEE7-3A10CEC5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14C68E-9097-40A3-AEB4-31CEA155D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51665E-4DA0-436C-94B2-92AA8393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665DC1-C5DA-4A38-9444-25EFF192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33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664C2A-7441-4578-A95E-93972F770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E62F6B-5426-4158-9ECF-E810D6E04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FBA559-FB12-476A-8A52-9481B5B4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53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94544-BD26-4A0C-85A1-F67278BE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4670E-926F-49AD-A026-454221E04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110F94-DC90-4A45-B53E-DA1470E4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4D3EF8-FF27-4807-88A5-21143441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F0075F-190F-4350-B691-0F4E1EFF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87DE0B-22C2-46C6-A336-D5053F6A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22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7D2BA-E8A1-469C-B131-B02CDDAE3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FD13B9-2AD1-4409-9773-3A17601C1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99645F-5D6C-4B00-95C2-AB50B8C48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54306C-6C6C-4641-A238-7BFEFA9A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A8CDD0-BF42-4679-80AF-DCD46B59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2AD0BF-261C-4ED3-8EA3-1BD16F98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39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2CCC0-1543-4EF1-A353-DFA7FF48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5407BE-3582-43DA-A197-0E32A7BF3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5C247-F7DA-4DE5-B3BB-F40B75E2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163E0F-CD33-4120-A112-4830E700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1EE4A-CAD8-4D70-B828-DE263778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33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5A7A67-7F2E-41C8-A580-E13A1D8FC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E9CB0D-FAFE-4315-A235-69B2FCC83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135CA1-90B9-421D-9B84-02C804A8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52BE5-5ECC-491A-A2EE-D7C21C5E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17735-3077-4BA3-B6F7-93EDA0C6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12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FE578F1-9948-4643-8DA8-756A7DCD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D40FF6-19EC-488E-9763-70BDCB704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B6228-9B0A-46D7-8C7A-3E5A84C7C8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4E112-C754-400F-9A05-72CE616E704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868824-6504-4176-A685-788757D90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75A1A-9CBB-466B-9073-3B372DAAC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DCE58-3DB8-4CB6-80A3-DE7B0B588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29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그림 102">
            <a:extLst>
              <a:ext uri="{FF2B5EF4-FFF2-40B4-BE49-F238E27FC236}">
                <a16:creationId xmlns:a16="http://schemas.microsoft.com/office/drawing/2014/main" id="{7CCC3879-D5B9-4238-BB77-C474EDAEF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7238"/>
            <a:ext cx="12192000" cy="294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0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2E66BED6-FF60-4915-8373-17CB0F21D6C4}"/>
              </a:ext>
            </a:extLst>
          </p:cNvPr>
          <p:cNvSpPr/>
          <p:nvPr/>
        </p:nvSpPr>
        <p:spPr>
          <a:xfrm>
            <a:off x="952500" y="0"/>
            <a:ext cx="10287000" cy="6858000"/>
          </a:xfrm>
          <a:custGeom>
            <a:avLst/>
            <a:gdLst>
              <a:gd name="connsiteX0" fmla="*/ 0 w 10287000"/>
              <a:gd name="connsiteY0" fmla="*/ 0 h 6858000"/>
              <a:gd name="connsiteX1" fmla="*/ 10287000 w 10287000"/>
              <a:gd name="connsiteY1" fmla="*/ 0 h 6858000"/>
              <a:gd name="connsiteX2" fmla="*/ 10287000 w 10287000"/>
              <a:gd name="connsiteY2" fmla="*/ 6858000 h 6858000"/>
              <a:gd name="connsiteX3" fmla="*/ 0 w 10287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7000" h="6858000">
                <a:moveTo>
                  <a:pt x="0" y="0"/>
                </a:moveTo>
                <a:lnTo>
                  <a:pt x="10287000" y="0"/>
                </a:lnTo>
                <a:lnTo>
                  <a:pt x="1028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685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56A648-0677-4BFF-9F5E-FBA9BC14274A}"/>
              </a:ext>
            </a:extLst>
          </p:cNvPr>
          <p:cNvSpPr txBox="1"/>
          <p:nvPr/>
        </p:nvSpPr>
        <p:spPr>
          <a:xfrm>
            <a:off x="1203960" y="153162"/>
            <a:ext cx="1383030" cy="269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296" b="1" spc="0" baseline="0">
                <a:solidFill>
                  <a:srgbClr val="333333"/>
                </a:solidFill>
                <a:latin typeface="나눔고딕"/>
                <a:ea typeface="나눔고딕"/>
                <a:sym typeface="나눔고딕"/>
                <a:rtl val="0"/>
              </a:rPr>
              <a:t>세종의 직계 조상</a:t>
            </a:r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D3C2F750-5691-4D7A-80F4-16B727E24969}"/>
              </a:ext>
            </a:extLst>
          </p:cNvPr>
          <p:cNvSpPr/>
          <p:nvPr/>
        </p:nvSpPr>
        <p:spPr>
          <a:xfrm>
            <a:off x="1706880" y="3086100"/>
            <a:ext cx="480060" cy="2606040"/>
          </a:xfrm>
          <a:custGeom>
            <a:avLst/>
            <a:gdLst>
              <a:gd name="connsiteX0" fmla="*/ 0 w 480060"/>
              <a:gd name="connsiteY0" fmla="*/ 1028700 h 2606040"/>
              <a:gd name="connsiteX1" fmla="*/ 205740 w 480060"/>
              <a:gd name="connsiteY1" fmla="*/ 1028700 h 2606040"/>
              <a:gd name="connsiteX2" fmla="*/ 205740 w 480060"/>
              <a:gd name="connsiteY2" fmla="*/ 0 h 2606040"/>
              <a:gd name="connsiteX3" fmla="*/ 480060 w 480060"/>
              <a:gd name="connsiteY3" fmla="*/ 0 h 2606040"/>
              <a:gd name="connsiteX4" fmla="*/ 205740 w 480060"/>
              <a:gd name="connsiteY4" fmla="*/ 1028700 h 2606040"/>
              <a:gd name="connsiteX5" fmla="*/ 205740 w 480060"/>
              <a:gd name="connsiteY5" fmla="*/ 2606040 h 2606040"/>
              <a:gd name="connsiteX6" fmla="*/ 480060 w 480060"/>
              <a:gd name="connsiteY6" fmla="*/ 2606040 h 2606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060" h="2606040">
                <a:moveTo>
                  <a:pt x="0" y="1028700"/>
                </a:moveTo>
                <a:lnTo>
                  <a:pt x="205740" y="1028700"/>
                </a:lnTo>
                <a:lnTo>
                  <a:pt x="205740" y="0"/>
                </a:lnTo>
                <a:lnTo>
                  <a:pt x="480060" y="0"/>
                </a:lnTo>
                <a:moveTo>
                  <a:pt x="205740" y="1028700"/>
                </a:moveTo>
                <a:lnTo>
                  <a:pt x="205740" y="2606040"/>
                </a:lnTo>
                <a:lnTo>
                  <a:pt x="480060" y="260604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5EA69201-BE20-406D-B18C-C4C2C9945437}"/>
              </a:ext>
            </a:extLst>
          </p:cNvPr>
          <p:cNvSpPr/>
          <p:nvPr/>
        </p:nvSpPr>
        <p:spPr>
          <a:xfrm>
            <a:off x="2941320" y="2263140"/>
            <a:ext cx="411480" cy="1645920"/>
          </a:xfrm>
          <a:custGeom>
            <a:avLst/>
            <a:gdLst>
              <a:gd name="connsiteX0" fmla="*/ 0 w 411480"/>
              <a:gd name="connsiteY0" fmla="*/ 822960 h 1645920"/>
              <a:gd name="connsiteX1" fmla="*/ 205740 w 411480"/>
              <a:gd name="connsiteY1" fmla="*/ 822960 h 1645920"/>
              <a:gd name="connsiteX2" fmla="*/ 205740 w 411480"/>
              <a:gd name="connsiteY2" fmla="*/ 0 h 1645920"/>
              <a:gd name="connsiteX3" fmla="*/ 411480 w 411480"/>
              <a:gd name="connsiteY3" fmla="*/ 0 h 1645920"/>
              <a:gd name="connsiteX4" fmla="*/ 205740 w 411480"/>
              <a:gd name="connsiteY4" fmla="*/ 822960 h 1645920"/>
              <a:gd name="connsiteX5" fmla="*/ 205740 w 411480"/>
              <a:gd name="connsiteY5" fmla="*/ 1645920 h 1645920"/>
              <a:gd name="connsiteX6" fmla="*/ 411480 w 411480"/>
              <a:gd name="connsiteY6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1645920">
                <a:moveTo>
                  <a:pt x="0" y="822960"/>
                </a:moveTo>
                <a:lnTo>
                  <a:pt x="205740" y="82296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822960"/>
                </a:moveTo>
                <a:lnTo>
                  <a:pt x="205740" y="1645920"/>
                </a:lnTo>
                <a:lnTo>
                  <a:pt x="411480" y="164592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54DBB076-BF61-4730-BFB8-B50BF4637C35}"/>
              </a:ext>
            </a:extLst>
          </p:cNvPr>
          <p:cNvSpPr/>
          <p:nvPr/>
        </p:nvSpPr>
        <p:spPr>
          <a:xfrm>
            <a:off x="4312920" y="1440180"/>
            <a:ext cx="411480" cy="1645920"/>
          </a:xfrm>
          <a:custGeom>
            <a:avLst/>
            <a:gdLst>
              <a:gd name="connsiteX0" fmla="*/ 0 w 411480"/>
              <a:gd name="connsiteY0" fmla="*/ 822960 h 1645920"/>
              <a:gd name="connsiteX1" fmla="*/ 205740 w 411480"/>
              <a:gd name="connsiteY1" fmla="*/ 822960 h 1645920"/>
              <a:gd name="connsiteX2" fmla="*/ 205740 w 411480"/>
              <a:gd name="connsiteY2" fmla="*/ 0 h 1645920"/>
              <a:gd name="connsiteX3" fmla="*/ 411480 w 411480"/>
              <a:gd name="connsiteY3" fmla="*/ 0 h 1645920"/>
              <a:gd name="connsiteX4" fmla="*/ 205740 w 411480"/>
              <a:gd name="connsiteY4" fmla="*/ 822960 h 1645920"/>
              <a:gd name="connsiteX5" fmla="*/ 205740 w 411480"/>
              <a:gd name="connsiteY5" fmla="*/ 822960 h 1645920"/>
              <a:gd name="connsiteX6" fmla="*/ 205740 w 411480"/>
              <a:gd name="connsiteY6" fmla="*/ 1645920 h 1645920"/>
              <a:gd name="connsiteX7" fmla="*/ 411480 w 411480"/>
              <a:gd name="connsiteY7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480" h="1645920">
                <a:moveTo>
                  <a:pt x="0" y="822960"/>
                </a:moveTo>
                <a:lnTo>
                  <a:pt x="205740" y="82296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822960"/>
                </a:moveTo>
                <a:lnTo>
                  <a:pt x="205740" y="822960"/>
                </a:lnTo>
                <a:lnTo>
                  <a:pt x="205740" y="1645920"/>
                </a:lnTo>
                <a:lnTo>
                  <a:pt x="411480" y="164592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B1BFCD84-C62B-4F06-B6E2-5B5ECAA05016}"/>
              </a:ext>
            </a:extLst>
          </p:cNvPr>
          <p:cNvSpPr/>
          <p:nvPr/>
        </p:nvSpPr>
        <p:spPr>
          <a:xfrm>
            <a:off x="5684520" y="1097280"/>
            <a:ext cx="411480" cy="685800"/>
          </a:xfrm>
          <a:custGeom>
            <a:avLst/>
            <a:gdLst>
              <a:gd name="connsiteX0" fmla="*/ 0 w 411480"/>
              <a:gd name="connsiteY0" fmla="*/ 342900 h 685800"/>
              <a:gd name="connsiteX1" fmla="*/ 205740 w 411480"/>
              <a:gd name="connsiteY1" fmla="*/ 342900 h 685800"/>
              <a:gd name="connsiteX2" fmla="*/ 205740 w 411480"/>
              <a:gd name="connsiteY2" fmla="*/ 0 h 685800"/>
              <a:gd name="connsiteX3" fmla="*/ 411480 w 411480"/>
              <a:gd name="connsiteY3" fmla="*/ 0 h 685800"/>
              <a:gd name="connsiteX4" fmla="*/ 205740 w 411480"/>
              <a:gd name="connsiteY4" fmla="*/ 342900 h 685800"/>
              <a:gd name="connsiteX5" fmla="*/ 205740 w 411480"/>
              <a:gd name="connsiteY5" fmla="*/ 685800 h 685800"/>
              <a:gd name="connsiteX6" fmla="*/ 411480 w 411480"/>
              <a:gd name="connsiteY6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685800">
                <a:moveTo>
                  <a:pt x="0" y="342900"/>
                </a:moveTo>
                <a:lnTo>
                  <a:pt x="205740" y="34290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342900"/>
                </a:moveTo>
                <a:lnTo>
                  <a:pt x="205740" y="685800"/>
                </a:lnTo>
                <a:lnTo>
                  <a:pt x="411480" y="68580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5C89A05B-AACC-4D6D-9076-C84776D01ACD}"/>
              </a:ext>
            </a:extLst>
          </p:cNvPr>
          <p:cNvSpPr/>
          <p:nvPr/>
        </p:nvSpPr>
        <p:spPr>
          <a:xfrm>
            <a:off x="5684520" y="2743200"/>
            <a:ext cx="411480" cy="685800"/>
          </a:xfrm>
          <a:custGeom>
            <a:avLst/>
            <a:gdLst>
              <a:gd name="connsiteX0" fmla="*/ 0 w 411480"/>
              <a:gd name="connsiteY0" fmla="*/ 342900 h 685800"/>
              <a:gd name="connsiteX1" fmla="*/ 205740 w 411480"/>
              <a:gd name="connsiteY1" fmla="*/ 342900 h 685800"/>
              <a:gd name="connsiteX2" fmla="*/ 205740 w 411480"/>
              <a:gd name="connsiteY2" fmla="*/ 0 h 685800"/>
              <a:gd name="connsiteX3" fmla="*/ 411480 w 411480"/>
              <a:gd name="connsiteY3" fmla="*/ 0 h 685800"/>
              <a:gd name="connsiteX4" fmla="*/ 205740 w 411480"/>
              <a:gd name="connsiteY4" fmla="*/ 342900 h 685800"/>
              <a:gd name="connsiteX5" fmla="*/ 205740 w 411480"/>
              <a:gd name="connsiteY5" fmla="*/ 685800 h 685800"/>
              <a:gd name="connsiteX6" fmla="*/ 411480 w 411480"/>
              <a:gd name="connsiteY6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685800">
                <a:moveTo>
                  <a:pt x="0" y="342900"/>
                </a:moveTo>
                <a:lnTo>
                  <a:pt x="205740" y="34290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342900"/>
                </a:moveTo>
                <a:lnTo>
                  <a:pt x="205740" y="685800"/>
                </a:lnTo>
                <a:lnTo>
                  <a:pt x="411480" y="68580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2B7995B6-A15E-43A1-8AF2-5A836A91F009}"/>
              </a:ext>
            </a:extLst>
          </p:cNvPr>
          <p:cNvSpPr/>
          <p:nvPr/>
        </p:nvSpPr>
        <p:spPr>
          <a:xfrm>
            <a:off x="4312920" y="3497580"/>
            <a:ext cx="411480" cy="822960"/>
          </a:xfrm>
          <a:custGeom>
            <a:avLst/>
            <a:gdLst>
              <a:gd name="connsiteX0" fmla="*/ 0 w 411480"/>
              <a:gd name="connsiteY0" fmla="*/ 411480 h 822960"/>
              <a:gd name="connsiteX1" fmla="*/ 205740 w 411480"/>
              <a:gd name="connsiteY1" fmla="*/ 411480 h 822960"/>
              <a:gd name="connsiteX2" fmla="*/ 205740 w 411480"/>
              <a:gd name="connsiteY2" fmla="*/ 0 h 822960"/>
              <a:gd name="connsiteX3" fmla="*/ 411480 w 411480"/>
              <a:gd name="connsiteY3" fmla="*/ 0 h 822960"/>
              <a:gd name="connsiteX4" fmla="*/ 205740 w 411480"/>
              <a:gd name="connsiteY4" fmla="*/ 411480 h 822960"/>
              <a:gd name="connsiteX5" fmla="*/ 205740 w 411480"/>
              <a:gd name="connsiteY5" fmla="*/ 822960 h 822960"/>
              <a:gd name="connsiteX6" fmla="*/ 411480 w 411480"/>
              <a:gd name="connsiteY6" fmla="*/ 822960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822960">
                <a:moveTo>
                  <a:pt x="0" y="411480"/>
                </a:moveTo>
                <a:lnTo>
                  <a:pt x="205740" y="41148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411480"/>
                </a:moveTo>
                <a:lnTo>
                  <a:pt x="205740" y="822960"/>
                </a:lnTo>
                <a:lnTo>
                  <a:pt x="411480" y="82296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378AF15A-E51F-4BA2-AC7D-CE4FE0CCD190}"/>
              </a:ext>
            </a:extLst>
          </p:cNvPr>
          <p:cNvSpPr/>
          <p:nvPr/>
        </p:nvSpPr>
        <p:spPr>
          <a:xfrm>
            <a:off x="5684520" y="3154680"/>
            <a:ext cx="411480" cy="685800"/>
          </a:xfrm>
          <a:custGeom>
            <a:avLst/>
            <a:gdLst>
              <a:gd name="connsiteX0" fmla="*/ 0 w 411480"/>
              <a:gd name="connsiteY0" fmla="*/ 342900 h 685800"/>
              <a:gd name="connsiteX1" fmla="*/ 205740 w 411480"/>
              <a:gd name="connsiteY1" fmla="*/ 342900 h 685800"/>
              <a:gd name="connsiteX2" fmla="*/ 205740 w 411480"/>
              <a:gd name="connsiteY2" fmla="*/ 0 h 685800"/>
              <a:gd name="connsiteX3" fmla="*/ 411480 w 411480"/>
              <a:gd name="connsiteY3" fmla="*/ 0 h 685800"/>
              <a:gd name="connsiteX4" fmla="*/ 205740 w 411480"/>
              <a:gd name="connsiteY4" fmla="*/ 342900 h 685800"/>
              <a:gd name="connsiteX5" fmla="*/ 205740 w 411480"/>
              <a:gd name="connsiteY5" fmla="*/ 685800 h 685800"/>
              <a:gd name="connsiteX6" fmla="*/ 411480 w 411480"/>
              <a:gd name="connsiteY6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685800">
                <a:moveTo>
                  <a:pt x="0" y="342900"/>
                </a:moveTo>
                <a:lnTo>
                  <a:pt x="205740" y="34290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342900"/>
                </a:moveTo>
                <a:lnTo>
                  <a:pt x="205740" y="685800"/>
                </a:lnTo>
                <a:lnTo>
                  <a:pt x="411480" y="68580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B2CFCBE8-4339-4DC6-A1C1-5A95791922F6}"/>
              </a:ext>
            </a:extLst>
          </p:cNvPr>
          <p:cNvSpPr/>
          <p:nvPr/>
        </p:nvSpPr>
        <p:spPr>
          <a:xfrm>
            <a:off x="5684520" y="4114800"/>
            <a:ext cx="1097280" cy="205740"/>
          </a:xfrm>
          <a:custGeom>
            <a:avLst/>
            <a:gdLst>
              <a:gd name="connsiteX0" fmla="*/ 0 w 1097280"/>
              <a:gd name="connsiteY0" fmla="*/ 205740 h 205740"/>
              <a:gd name="connsiteX1" fmla="*/ 411480 w 1097280"/>
              <a:gd name="connsiteY1" fmla="*/ 205740 h 205740"/>
              <a:gd name="connsiteX2" fmla="*/ 411480 w 1097280"/>
              <a:gd name="connsiteY2" fmla="*/ 0 h 205740"/>
              <a:gd name="connsiteX3" fmla="*/ 1097280 w 1097280"/>
              <a:gd name="connsiteY3" fmla="*/ 0 h 20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7280" h="205740">
                <a:moveTo>
                  <a:pt x="0" y="205740"/>
                </a:moveTo>
                <a:lnTo>
                  <a:pt x="411480" y="205740"/>
                </a:lnTo>
                <a:lnTo>
                  <a:pt x="411480" y="0"/>
                </a:lnTo>
                <a:lnTo>
                  <a:pt x="1097280" y="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1566A55A-B72E-4AB1-BB0B-A8CF8B601A1F}"/>
              </a:ext>
            </a:extLst>
          </p:cNvPr>
          <p:cNvSpPr/>
          <p:nvPr/>
        </p:nvSpPr>
        <p:spPr>
          <a:xfrm>
            <a:off x="3078480" y="5143500"/>
            <a:ext cx="411480" cy="1097280"/>
          </a:xfrm>
          <a:custGeom>
            <a:avLst/>
            <a:gdLst>
              <a:gd name="connsiteX0" fmla="*/ 0 w 411480"/>
              <a:gd name="connsiteY0" fmla="*/ 548640 h 1097280"/>
              <a:gd name="connsiteX1" fmla="*/ 205740 w 411480"/>
              <a:gd name="connsiteY1" fmla="*/ 548640 h 1097280"/>
              <a:gd name="connsiteX2" fmla="*/ 205740 w 411480"/>
              <a:gd name="connsiteY2" fmla="*/ 0 h 1097280"/>
              <a:gd name="connsiteX3" fmla="*/ 411480 w 411480"/>
              <a:gd name="connsiteY3" fmla="*/ 0 h 1097280"/>
              <a:gd name="connsiteX4" fmla="*/ 205740 w 411480"/>
              <a:gd name="connsiteY4" fmla="*/ 548640 h 1097280"/>
              <a:gd name="connsiteX5" fmla="*/ 205740 w 411480"/>
              <a:gd name="connsiteY5" fmla="*/ 1097280 h 1097280"/>
              <a:gd name="connsiteX6" fmla="*/ 411480 w 411480"/>
              <a:gd name="connsiteY6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1097280">
                <a:moveTo>
                  <a:pt x="0" y="548640"/>
                </a:moveTo>
                <a:lnTo>
                  <a:pt x="205740" y="54864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548640"/>
                </a:moveTo>
                <a:lnTo>
                  <a:pt x="205740" y="1097280"/>
                </a:lnTo>
                <a:lnTo>
                  <a:pt x="411480" y="109728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8" name="자유형: 도형 67">
            <a:extLst>
              <a:ext uri="{FF2B5EF4-FFF2-40B4-BE49-F238E27FC236}">
                <a16:creationId xmlns:a16="http://schemas.microsoft.com/office/drawing/2014/main" id="{51FE45C7-8569-4DCB-9FE1-6772B97FBDA0}"/>
              </a:ext>
            </a:extLst>
          </p:cNvPr>
          <p:cNvSpPr/>
          <p:nvPr/>
        </p:nvSpPr>
        <p:spPr>
          <a:xfrm>
            <a:off x="4450080" y="4732020"/>
            <a:ext cx="411480" cy="822960"/>
          </a:xfrm>
          <a:custGeom>
            <a:avLst/>
            <a:gdLst>
              <a:gd name="connsiteX0" fmla="*/ 0 w 411480"/>
              <a:gd name="connsiteY0" fmla="*/ 411480 h 822960"/>
              <a:gd name="connsiteX1" fmla="*/ 205740 w 411480"/>
              <a:gd name="connsiteY1" fmla="*/ 411480 h 822960"/>
              <a:gd name="connsiteX2" fmla="*/ 205740 w 411480"/>
              <a:gd name="connsiteY2" fmla="*/ 0 h 822960"/>
              <a:gd name="connsiteX3" fmla="*/ 411480 w 411480"/>
              <a:gd name="connsiteY3" fmla="*/ 0 h 822960"/>
              <a:gd name="connsiteX4" fmla="*/ 205740 w 411480"/>
              <a:gd name="connsiteY4" fmla="*/ 411480 h 822960"/>
              <a:gd name="connsiteX5" fmla="*/ 205740 w 411480"/>
              <a:gd name="connsiteY5" fmla="*/ 822960 h 822960"/>
              <a:gd name="connsiteX6" fmla="*/ 411480 w 411480"/>
              <a:gd name="connsiteY6" fmla="*/ 822960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822960">
                <a:moveTo>
                  <a:pt x="0" y="411480"/>
                </a:moveTo>
                <a:lnTo>
                  <a:pt x="205740" y="41148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411480"/>
                </a:moveTo>
                <a:lnTo>
                  <a:pt x="205740" y="822960"/>
                </a:lnTo>
                <a:lnTo>
                  <a:pt x="411480" y="82296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8E05DC32-3981-4AFD-9F24-9F411E5BBB25}"/>
              </a:ext>
            </a:extLst>
          </p:cNvPr>
          <p:cNvSpPr/>
          <p:nvPr/>
        </p:nvSpPr>
        <p:spPr>
          <a:xfrm>
            <a:off x="5821680" y="4389120"/>
            <a:ext cx="411480" cy="685800"/>
          </a:xfrm>
          <a:custGeom>
            <a:avLst/>
            <a:gdLst>
              <a:gd name="connsiteX0" fmla="*/ 0 w 411480"/>
              <a:gd name="connsiteY0" fmla="*/ 342900 h 685800"/>
              <a:gd name="connsiteX1" fmla="*/ 205740 w 411480"/>
              <a:gd name="connsiteY1" fmla="*/ 342900 h 685800"/>
              <a:gd name="connsiteX2" fmla="*/ 205740 w 411480"/>
              <a:gd name="connsiteY2" fmla="*/ 0 h 685800"/>
              <a:gd name="connsiteX3" fmla="*/ 411480 w 411480"/>
              <a:gd name="connsiteY3" fmla="*/ 0 h 685800"/>
              <a:gd name="connsiteX4" fmla="*/ 205740 w 411480"/>
              <a:gd name="connsiteY4" fmla="*/ 342900 h 685800"/>
              <a:gd name="connsiteX5" fmla="*/ 205740 w 411480"/>
              <a:gd name="connsiteY5" fmla="*/ 685800 h 685800"/>
              <a:gd name="connsiteX6" fmla="*/ 411480 w 411480"/>
              <a:gd name="connsiteY6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685800">
                <a:moveTo>
                  <a:pt x="0" y="342900"/>
                </a:moveTo>
                <a:lnTo>
                  <a:pt x="205740" y="34290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342900"/>
                </a:moveTo>
                <a:lnTo>
                  <a:pt x="205740" y="685800"/>
                </a:lnTo>
                <a:lnTo>
                  <a:pt x="411480" y="68580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2EF31B17-5EC9-4B1E-B0BA-8D3D0727FA4C}"/>
              </a:ext>
            </a:extLst>
          </p:cNvPr>
          <p:cNvSpPr/>
          <p:nvPr/>
        </p:nvSpPr>
        <p:spPr>
          <a:xfrm>
            <a:off x="4450080" y="5966460"/>
            <a:ext cx="411480" cy="548640"/>
          </a:xfrm>
          <a:custGeom>
            <a:avLst/>
            <a:gdLst>
              <a:gd name="connsiteX0" fmla="*/ 0 w 411480"/>
              <a:gd name="connsiteY0" fmla="*/ 274320 h 548640"/>
              <a:gd name="connsiteX1" fmla="*/ 205740 w 411480"/>
              <a:gd name="connsiteY1" fmla="*/ 274320 h 548640"/>
              <a:gd name="connsiteX2" fmla="*/ 205740 w 411480"/>
              <a:gd name="connsiteY2" fmla="*/ 0 h 548640"/>
              <a:gd name="connsiteX3" fmla="*/ 411480 w 411480"/>
              <a:gd name="connsiteY3" fmla="*/ 0 h 548640"/>
              <a:gd name="connsiteX4" fmla="*/ 205740 w 411480"/>
              <a:gd name="connsiteY4" fmla="*/ 274320 h 548640"/>
              <a:gd name="connsiteX5" fmla="*/ 205740 w 411480"/>
              <a:gd name="connsiteY5" fmla="*/ 548640 h 548640"/>
              <a:gd name="connsiteX6" fmla="*/ 411480 w 411480"/>
              <a:gd name="connsiteY6" fmla="*/ 54864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1480" h="548640">
                <a:moveTo>
                  <a:pt x="0" y="274320"/>
                </a:moveTo>
                <a:lnTo>
                  <a:pt x="205740" y="274320"/>
                </a:lnTo>
                <a:lnTo>
                  <a:pt x="205740" y="0"/>
                </a:lnTo>
                <a:lnTo>
                  <a:pt x="411480" y="0"/>
                </a:lnTo>
                <a:moveTo>
                  <a:pt x="205740" y="274320"/>
                </a:moveTo>
                <a:lnTo>
                  <a:pt x="205740" y="548640"/>
                </a:lnTo>
                <a:lnTo>
                  <a:pt x="411480" y="548640"/>
                </a:lnTo>
              </a:path>
            </a:pathLst>
          </a:custGeom>
          <a:noFill/>
          <a:ln w="10287" cap="flat">
            <a:solidFill>
              <a:srgbClr val="888888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BA3E7AB7-07E3-467C-87A0-1440D08135D5}"/>
              </a:ext>
            </a:extLst>
          </p:cNvPr>
          <p:cNvSpPr/>
          <p:nvPr/>
        </p:nvSpPr>
        <p:spPr>
          <a:xfrm>
            <a:off x="1295400" y="3977640"/>
            <a:ext cx="411480" cy="274320"/>
          </a:xfrm>
          <a:custGeom>
            <a:avLst/>
            <a:gdLst>
              <a:gd name="connsiteX0" fmla="*/ 377190 w 411480"/>
              <a:gd name="connsiteY0" fmla="*/ 0 h 274320"/>
              <a:gd name="connsiteX1" fmla="*/ 411480 w 411480"/>
              <a:gd name="connsiteY1" fmla="*/ 34290 h 274320"/>
              <a:gd name="connsiteX2" fmla="*/ 411480 w 411480"/>
              <a:gd name="connsiteY2" fmla="*/ 240030 h 274320"/>
              <a:gd name="connsiteX3" fmla="*/ 377190 w 411480"/>
              <a:gd name="connsiteY3" fmla="*/ 274320 h 274320"/>
              <a:gd name="connsiteX4" fmla="*/ 34290 w 411480"/>
              <a:gd name="connsiteY4" fmla="*/ 274320 h 274320"/>
              <a:gd name="connsiteX5" fmla="*/ 0 w 411480"/>
              <a:gd name="connsiteY5" fmla="*/ 240030 h 274320"/>
              <a:gd name="connsiteX6" fmla="*/ 0 w 411480"/>
              <a:gd name="connsiteY6" fmla="*/ 34290 h 274320"/>
              <a:gd name="connsiteX7" fmla="*/ 34290 w 41148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480" h="274320">
                <a:moveTo>
                  <a:pt x="377190" y="0"/>
                </a:moveTo>
                <a:cubicBezTo>
                  <a:pt x="396128" y="0"/>
                  <a:pt x="411480" y="15352"/>
                  <a:pt x="411480" y="34290"/>
                </a:cubicBezTo>
                <a:lnTo>
                  <a:pt x="411480" y="240030"/>
                </a:lnTo>
                <a:cubicBezTo>
                  <a:pt x="411480" y="258968"/>
                  <a:pt x="396128" y="274320"/>
                  <a:pt x="37719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F8CECC"/>
          </a:solidFill>
          <a:ln w="10287" cap="flat">
            <a:solidFill>
              <a:srgbClr val="B8545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8F9388-477C-4220-AACA-494AED777796}"/>
              </a:ext>
            </a:extLst>
          </p:cNvPr>
          <p:cNvSpPr txBox="1"/>
          <p:nvPr/>
        </p:nvSpPr>
        <p:spPr>
          <a:xfrm>
            <a:off x="1320546" y="3959352"/>
            <a:ext cx="36118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세종</a:t>
            </a:r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A43BAD4B-FE4A-48D4-951D-85D53930AE28}"/>
              </a:ext>
            </a:extLst>
          </p:cNvPr>
          <p:cNvSpPr/>
          <p:nvPr/>
        </p:nvSpPr>
        <p:spPr>
          <a:xfrm>
            <a:off x="2186940" y="2948940"/>
            <a:ext cx="754380" cy="274320"/>
          </a:xfrm>
          <a:custGeom>
            <a:avLst/>
            <a:gdLst>
              <a:gd name="connsiteX0" fmla="*/ 720090 w 754380"/>
              <a:gd name="connsiteY0" fmla="*/ 0 h 274320"/>
              <a:gd name="connsiteX1" fmla="*/ 754380 w 754380"/>
              <a:gd name="connsiteY1" fmla="*/ 34290 h 274320"/>
              <a:gd name="connsiteX2" fmla="*/ 754380 w 754380"/>
              <a:gd name="connsiteY2" fmla="*/ 240030 h 274320"/>
              <a:gd name="connsiteX3" fmla="*/ 720090 w 754380"/>
              <a:gd name="connsiteY3" fmla="*/ 274320 h 274320"/>
              <a:gd name="connsiteX4" fmla="*/ 34290 w 754380"/>
              <a:gd name="connsiteY4" fmla="*/ 274320 h 274320"/>
              <a:gd name="connsiteX5" fmla="*/ 0 w 754380"/>
              <a:gd name="connsiteY5" fmla="*/ 240030 h 274320"/>
              <a:gd name="connsiteX6" fmla="*/ 0 w 754380"/>
              <a:gd name="connsiteY6" fmla="*/ 34290 h 274320"/>
              <a:gd name="connsiteX7" fmla="*/ 34290 w 75438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" h="274320">
                <a:moveTo>
                  <a:pt x="720090" y="0"/>
                </a:moveTo>
                <a:cubicBezTo>
                  <a:pt x="739028" y="0"/>
                  <a:pt x="754380" y="15352"/>
                  <a:pt x="754380" y="34290"/>
                </a:cubicBezTo>
                <a:lnTo>
                  <a:pt x="754380" y="240030"/>
                </a:lnTo>
                <a:cubicBezTo>
                  <a:pt x="754380" y="258968"/>
                  <a:pt x="739028" y="274320"/>
                  <a:pt x="72009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FAD7AC"/>
          </a:solidFill>
          <a:ln w="10287" cap="flat">
            <a:solidFill>
              <a:srgbClr val="B46504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491918-C473-4388-B265-22AFC8331F1C}"/>
              </a:ext>
            </a:extLst>
          </p:cNvPr>
          <p:cNvSpPr txBox="1"/>
          <p:nvPr/>
        </p:nvSpPr>
        <p:spPr>
          <a:xfrm>
            <a:off x="2236089" y="2930652"/>
            <a:ext cx="656082" cy="221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아버지 </a:t>
            </a:r>
            <a:r>
              <a:rPr lang="ko-KR" altLang="en-US" sz="756" b="1" spc="0" baseline="0">
                <a:solidFill>
                  <a:srgbClr val="2C6EAB"/>
                </a:solidFill>
                <a:latin typeface="나눔고딕"/>
                <a:ea typeface="나눔고딕"/>
                <a:sym typeface="나눔고딕"/>
                <a:rtl val="0"/>
              </a:rPr>
              <a:t>태종</a:t>
            </a: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704EEBBA-E78E-424F-A060-40D10CF68A09}"/>
              </a:ext>
            </a:extLst>
          </p:cNvPr>
          <p:cNvSpPr/>
          <p:nvPr/>
        </p:nvSpPr>
        <p:spPr>
          <a:xfrm>
            <a:off x="2186940" y="5554980"/>
            <a:ext cx="891540" cy="274320"/>
          </a:xfrm>
          <a:custGeom>
            <a:avLst/>
            <a:gdLst>
              <a:gd name="connsiteX0" fmla="*/ 857250 w 891540"/>
              <a:gd name="connsiteY0" fmla="*/ 0 h 274320"/>
              <a:gd name="connsiteX1" fmla="*/ 891540 w 891540"/>
              <a:gd name="connsiteY1" fmla="*/ 34290 h 274320"/>
              <a:gd name="connsiteX2" fmla="*/ 891540 w 891540"/>
              <a:gd name="connsiteY2" fmla="*/ 240030 h 274320"/>
              <a:gd name="connsiteX3" fmla="*/ 857250 w 891540"/>
              <a:gd name="connsiteY3" fmla="*/ 274320 h 274320"/>
              <a:gd name="connsiteX4" fmla="*/ 34290 w 891540"/>
              <a:gd name="connsiteY4" fmla="*/ 274320 h 274320"/>
              <a:gd name="connsiteX5" fmla="*/ 0 w 891540"/>
              <a:gd name="connsiteY5" fmla="*/ 240030 h 274320"/>
              <a:gd name="connsiteX6" fmla="*/ 0 w 891540"/>
              <a:gd name="connsiteY6" fmla="*/ 34290 h 274320"/>
              <a:gd name="connsiteX7" fmla="*/ 34290 w 89154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1540" h="274320">
                <a:moveTo>
                  <a:pt x="857250" y="0"/>
                </a:moveTo>
                <a:cubicBezTo>
                  <a:pt x="876188" y="0"/>
                  <a:pt x="891540" y="15352"/>
                  <a:pt x="891540" y="34290"/>
                </a:cubicBezTo>
                <a:lnTo>
                  <a:pt x="891540" y="240030"/>
                </a:lnTo>
                <a:cubicBezTo>
                  <a:pt x="891540" y="258968"/>
                  <a:pt x="876188" y="274320"/>
                  <a:pt x="85725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FAD7AC"/>
          </a:solidFill>
          <a:ln w="10287" cap="flat">
            <a:solidFill>
              <a:srgbClr val="B46504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E2C7E4-0E1A-4627-8B03-ABAD8AEACEDD}"/>
              </a:ext>
            </a:extLst>
          </p:cNvPr>
          <p:cNvSpPr txBox="1"/>
          <p:nvPr/>
        </p:nvSpPr>
        <p:spPr>
          <a:xfrm>
            <a:off x="2112645" y="5536692"/>
            <a:ext cx="1040130" cy="221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어머니 </a:t>
            </a:r>
            <a:r>
              <a:rPr lang="ko-KR" altLang="en-US" sz="756" b="1" spc="0" baseline="0">
                <a:solidFill>
                  <a:srgbClr val="2C6EAB"/>
                </a:solidFill>
                <a:latin typeface="나눔고딕"/>
                <a:ea typeface="나눔고딕"/>
                <a:sym typeface="나눔고딕"/>
                <a:rtl val="0"/>
              </a:rPr>
              <a:t>원경왕후 민씨</a:t>
            </a: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3BAEAEB5-8C08-4CF2-8DD2-3A21E7E6D8FF}"/>
              </a:ext>
            </a:extLst>
          </p:cNvPr>
          <p:cNvSpPr/>
          <p:nvPr/>
        </p:nvSpPr>
        <p:spPr>
          <a:xfrm>
            <a:off x="3352800" y="212598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FFF2CC"/>
          </a:solidFill>
          <a:ln w="10287" cap="flat">
            <a:solidFill>
              <a:srgbClr val="D6B65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2AEFDF-67C6-461E-BD17-BD5B7EFAFE81}"/>
              </a:ext>
            </a:extLst>
          </p:cNvPr>
          <p:cNvSpPr txBox="1"/>
          <p:nvPr/>
        </p:nvSpPr>
        <p:spPr>
          <a:xfrm>
            <a:off x="3504819" y="2107692"/>
            <a:ext cx="656082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태조 이성계</a:t>
            </a:r>
          </a:p>
        </p:txBody>
      </p:sp>
      <p:sp>
        <p:nvSpPr>
          <p:cNvPr id="79" name="자유형: 도형 78">
            <a:extLst>
              <a:ext uri="{FF2B5EF4-FFF2-40B4-BE49-F238E27FC236}">
                <a16:creationId xmlns:a16="http://schemas.microsoft.com/office/drawing/2014/main" id="{3E27F832-5873-4CD7-8EF3-EE7D626B3E26}"/>
              </a:ext>
            </a:extLst>
          </p:cNvPr>
          <p:cNvSpPr/>
          <p:nvPr/>
        </p:nvSpPr>
        <p:spPr>
          <a:xfrm>
            <a:off x="3352800" y="377190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FFF2CC"/>
          </a:solidFill>
          <a:ln w="10287" cap="flat">
            <a:solidFill>
              <a:srgbClr val="D6B65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3AD4E6-0FE6-4C6B-AF30-D57A49D7851E}"/>
              </a:ext>
            </a:extLst>
          </p:cNvPr>
          <p:cNvSpPr txBox="1"/>
          <p:nvPr/>
        </p:nvSpPr>
        <p:spPr>
          <a:xfrm>
            <a:off x="3460242" y="3753612"/>
            <a:ext cx="745236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신의왕후 한씨</a:t>
            </a:r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3544E4D4-BAC9-4EEE-A492-4B39C58A68A5}"/>
              </a:ext>
            </a:extLst>
          </p:cNvPr>
          <p:cNvSpPr/>
          <p:nvPr/>
        </p:nvSpPr>
        <p:spPr>
          <a:xfrm>
            <a:off x="3489960" y="500634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FFF2CC"/>
          </a:solidFill>
          <a:ln w="10287" cap="flat">
            <a:solidFill>
              <a:srgbClr val="D6B65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CB6F75D-48ED-4F95-8903-D1AC9A52A7FC}"/>
              </a:ext>
            </a:extLst>
          </p:cNvPr>
          <p:cNvSpPr txBox="1"/>
          <p:nvPr/>
        </p:nvSpPr>
        <p:spPr>
          <a:xfrm>
            <a:off x="3552825" y="4988052"/>
            <a:ext cx="834390" cy="221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여흥부원군 </a:t>
            </a:r>
            <a:r>
              <a:rPr lang="ko-KR" altLang="en-US" sz="756" b="1" spc="0" baseline="0">
                <a:solidFill>
                  <a:srgbClr val="2C6EAB"/>
                </a:solidFill>
                <a:latin typeface="나눔고딕"/>
                <a:ea typeface="나눔고딕"/>
                <a:sym typeface="나눔고딕"/>
                <a:rtl val="0"/>
              </a:rPr>
              <a:t>민제</a:t>
            </a:r>
          </a:p>
        </p:txBody>
      </p: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E20FB490-391D-4B71-93F4-24ECF3248EE0}"/>
              </a:ext>
            </a:extLst>
          </p:cNvPr>
          <p:cNvSpPr/>
          <p:nvPr/>
        </p:nvSpPr>
        <p:spPr>
          <a:xfrm>
            <a:off x="3489960" y="610362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FFF2CC"/>
          </a:solidFill>
          <a:ln w="10287" cap="flat">
            <a:solidFill>
              <a:srgbClr val="D6B65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36D6D34-DCAF-4F73-B771-01FFC07D580A}"/>
              </a:ext>
            </a:extLst>
          </p:cNvPr>
          <p:cNvSpPr txBox="1"/>
          <p:nvPr/>
        </p:nvSpPr>
        <p:spPr>
          <a:xfrm>
            <a:off x="3508248" y="6085332"/>
            <a:ext cx="923544" cy="221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삼한국대부인 </a:t>
            </a:r>
            <a:r>
              <a:rPr lang="ko-KR" altLang="en-US" sz="756" b="1" spc="0" baseline="0">
                <a:solidFill>
                  <a:srgbClr val="2C6EAB"/>
                </a:solidFill>
                <a:latin typeface="나눔고딕"/>
                <a:ea typeface="나눔고딕"/>
                <a:sym typeface="나눔고딕"/>
                <a:rtl val="0"/>
              </a:rPr>
              <a:t>송씨</a:t>
            </a:r>
          </a:p>
        </p:txBody>
      </p: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DF76193D-AD59-44C5-8A3A-8F016B798094}"/>
              </a:ext>
            </a:extLst>
          </p:cNvPr>
          <p:cNvSpPr/>
          <p:nvPr/>
        </p:nvSpPr>
        <p:spPr>
          <a:xfrm>
            <a:off x="4724400" y="130302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AAE4E26-B2C7-4EF0-8649-268EB74E035E}"/>
              </a:ext>
            </a:extLst>
          </p:cNvPr>
          <p:cNvSpPr txBox="1"/>
          <p:nvPr/>
        </p:nvSpPr>
        <p:spPr>
          <a:xfrm>
            <a:off x="5023866" y="1284732"/>
            <a:ext cx="36118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환조</a:t>
            </a:r>
          </a:p>
        </p:txBody>
      </p:sp>
      <p:sp>
        <p:nvSpPr>
          <p:cNvPr id="87" name="자유형: 도형 86">
            <a:extLst>
              <a:ext uri="{FF2B5EF4-FFF2-40B4-BE49-F238E27FC236}">
                <a16:creationId xmlns:a16="http://schemas.microsoft.com/office/drawing/2014/main" id="{65AEA9F9-C784-487C-A5FE-07E77277DF0C}"/>
              </a:ext>
            </a:extLst>
          </p:cNvPr>
          <p:cNvSpPr/>
          <p:nvPr/>
        </p:nvSpPr>
        <p:spPr>
          <a:xfrm>
            <a:off x="4724400" y="294894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2A5844-5D55-4708-8957-343A3A621551}"/>
              </a:ext>
            </a:extLst>
          </p:cNvPr>
          <p:cNvSpPr txBox="1"/>
          <p:nvPr/>
        </p:nvSpPr>
        <p:spPr>
          <a:xfrm>
            <a:off x="4831842" y="2930652"/>
            <a:ext cx="745236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의혜왕후 최씨</a:t>
            </a:r>
          </a:p>
        </p:txBody>
      </p:sp>
      <p:sp>
        <p:nvSpPr>
          <p:cNvPr id="89" name="자유형: 도형 88">
            <a:extLst>
              <a:ext uri="{FF2B5EF4-FFF2-40B4-BE49-F238E27FC236}">
                <a16:creationId xmlns:a16="http://schemas.microsoft.com/office/drawing/2014/main" id="{ABA9FD70-93B5-4096-8319-E3466582312C}"/>
              </a:ext>
            </a:extLst>
          </p:cNvPr>
          <p:cNvSpPr/>
          <p:nvPr/>
        </p:nvSpPr>
        <p:spPr>
          <a:xfrm>
            <a:off x="4724400" y="336042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38290C5-62C5-4D19-968F-CBFCCBD4DD58}"/>
              </a:ext>
            </a:extLst>
          </p:cNvPr>
          <p:cNvSpPr txBox="1"/>
          <p:nvPr/>
        </p:nvSpPr>
        <p:spPr>
          <a:xfrm>
            <a:off x="4787265" y="3342132"/>
            <a:ext cx="834390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 dirty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안천부원군 한경</a:t>
            </a:r>
          </a:p>
        </p:txBody>
      </p: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30720077-94D3-48A4-9DF4-C9326E90FFFD}"/>
              </a:ext>
            </a:extLst>
          </p:cNvPr>
          <p:cNvSpPr/>
          <p:nvPr/>
        </p:nvSpPr>
        <p:spPr>
          <a:xfrm>
            <a:off x="4724400" y="418338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834BA3-8395-49F0-AA22-276EEAA9941A}"/>
              </a:ext>
            </a:extLst>
          </p:cNvPr>
          <p:cNvSpPr txBox="1"/>
          <p:nvPr/>
        </p:nvSpPr>
        <p:spPr>
          <a:xfrm>
            <a:off x="4742688" y="4165092"/>
            <a:ext cx="923544" cy="221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삼한국대부인 </a:t>
            </a:r>
            <a:r>
              <a:rPr lang="ko-KR" altLang="en-US" sz="756" b="1" spc="0" baseline="0">
                <a:solidFill>
                  <a:srgbClr val="2C6EAB"/>
                </a:solidFill>
                <a:latin typeface="나눔고딕"/>
                <a:ea typeface="나눔고딕"/>
                <a:sym typeface="나눔고딕"/>
                <a:rtl val="0"/>
              </a:rPr>
              <a:t>신씨</a:t>
            </a:r>
          </a:p>
        </p:txBody>
      </p: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764F61A3-6150-46E9-943E-C5288AA5D498}"/>
              </a:ext>
            </a:extLst>
          </p:cNvPr>
          <p:cNvSpPr/>
          <p:nvPr/>
        </p:nvSpPr>
        <p:spPr>
          <a:xfrm>
            <a:off x="4861560" y="459486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680F55-DA91-4FE6-9B99-969FE06B7C7D}"/>
              </a:ext>
            </a:extLst>
          </p:cNvPr>
          <p:cNvSpPr txBox="1"/>
          <p:nvPr/>
        </p:nvSpPr>
        <p:spPr>
          <a:xfrm>
            <a:off x="5161026" y="4576572"/>
            <a:ext cx="36118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민변</a:t>
            </a: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964785C2-12D2-4ACD-AB15-25E151861D89}"/>
              </a:ext>
            </a:extLst>
          </p:cNvPr>
          <p:cNvSpPr/>
          <p:nvPr/>
        </p:nvSpPr>
        <p:spPr>
          <a:xfrm>
            <a:off x="4861560" y="541782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87BAA7F-B63C-4B4F-B1D4-3D50D9BB3624}"/>
              </a:ext>
            </a:extLst>
          </p:cNvPr>
          <p:cNvSpPr txBox="1"/>
          <p:nvPr/>
        </p:nvSpPr>
        <p:spPr>
          <a:xfrm>
            <a:off x="5058156" y="5399532"/>
            <a:ext cx="56692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여산 송씨</a:t>
            </a:r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0BBB1A5A-8B73-41CE-8286-58AD385FEA02}"/>
              </a:ext>
            </a:extLst>
          </p:cNvPr>
          <p:cNvSpPr/>
          <p:nvPr/>
        </p:nvSpPr>
        <p:spPr>
          <a:xfrm>
            <a:off x="4861560" y="582930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EBBAAFC-6E1C-4734-B19A-C1260826862E}"/>
              </a:ext>
            </a:extLst>
          </p:cNvPr>
          <p:cNvSpPr txBox="1"/>
          <p:nvPr/>
        </p:nvSpPr>
        <p:spPr>
          <a:xfrm>
            <a:off x="5161026" y="5811012"/>
            <a:ext cx="36118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송선</a:t>
            </a:r>
          </a:p>
        </p:txBody>
      </p:sp>
      <p:sp>
        <p:nvSpPr>
          <p:cNvPr id="99" name="자유형: 도형 98">
            <a:extLst>
              <a:ext uri="{FF2B5EF4-FFF2-40B4-BE49-F238E27FC236}">
                <a16:creationId xmlns:a16="http://schemas.microsoft.com/office/drawing/2014/main" id="{0F57A2E0-92CA-4A84-B2CA-F196DBFF116D}"/>
              </a:ext>
            </a:extLst>
          </p:cNvPr>
          <p:cNvSpPr/>
          <p:nvPr/>
        </p:nvSpPr>
        <p:spPr>
          <a:xfrm>
            <a:off x="4861560" y="637794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5E8D4"/>
          </a:solidFill>
          <a:ln w="10287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8243CC-8183-4410-B8AF-BF333715AB4E}"/>
              </a:ext>
            </a:extLst>
          </p:cNvPr>
          <p:cNvSpPr txBox="1"/>
          <p:nvPr/>
        </p:nvSpPr>
        <p:spPr>
          <a:xfrm>
            <a:off x="5058156" y="6359652"/>
            <a:ext cx="56692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달성 하씨</a:t>
            </a:r>
          </a:p>
        </p:txBody>
      </p:sp>
      <p:sp>
        <p:nvSpPr>
          <p:cNvPr id="101" name="자유형: 도형 100">
            <a:extLst>
              <a:ext uri="{FF2B5EF4-FFF2-40B4-BE49-F238E27FC236}">
                <a16:creationId xmlns:a16="http://schemas.microsoft.com/office/drawing/2014/main" id="{E6ABBD83-B285-4F37-BA2B-107AFDEA9046}"/>
              </a:ext>
            </a:extLst>
          </p:cNvPr>
          <p:cNvSpPr/>
          <p:nvPr/>
        </p:nvSpPr>
        <p:spPr>
          <a:xfrm>
            <a:off x="6096000" y="96012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D487D3D-5181-4770-912D-AF0C41391548}"/>
              </a:ext>
            </a:extLst>
          </p:cNvPr>
          <p:cNvSpPr txBox="1"/>
          <p:nvPr/>
        </p:nvSpPr>
        <p:spPr>
          <a:xfrm>
            <a:off x="6395466" y="941832"/>
            <a:ext cx="36118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도조</a:t>
            </a:r>
          </a:p>
        </p:txBody>
      </p:sp>
      <p:sp>
        <p:nvSpPr>
          <p:cNvPr id="103" name="자유형: 도형 102">
            <a:extLst>
              <a:ext uri="{FF2B5EF4-FFF2-40B4-BE49-F238E27FC236}">
                <a16:creationId xmlns:a16="http://schemas.microsoft.com/office/drawing/2014/main" id="{82E7114C-D08D-48A1-A8F9-D38E11357E55}"/>
              </a:ext>
            </a:extLst>
          </p:cNvPr>
          <p:cNvSpPr/>
          <p:nvPr/>
        </p:nvSpPr>
        <p:spPr>
          <a:xfrm>
            <a:off x="6096000" y="164592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FCE469F-03BA-4415-8BD7-56C06C77F43A}"/>
              </a:ext>
            </a:extLst>
          </p:cNvPr>
          <p:cNvSpPr txBox="1"/>
          <p:nvPr/>
        </p:nvSpPr>
        <p:spPr>
          <a:xfrm>
            <a:off x="6203442" y="1627632"/>
            <a:ext cx="745236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경순왕후 박씨</a:t>
            </a:r>
          </a:p>
        </p:txBody>
      </p:sp>
      <p:sp>
        <p:nvSpPr>
          <p:cNvPr id="105" name="자유형: 도형 104">
            <a:extLst>
              <a:ext uri="{FF2B5EF4-FFF2-40B4-BE49-F238E27FC236}">
                <a16:creationId xmlns:a16="http://schemas.microsoft.com/office/drawing/2014/main" id="{532BF362-55C3-4291-8739-D0F3BF260CCC}"/>
              </a:ext>
            </a:extLst>
          </p:cNvPr>
          <p:cNvSpPr/>
          <p:nvPr/>
        </p:nvSpPr>
        <p:spPr>
          <a:xfrm>
            <a:off x="6096000" y="260604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3A5814-0041-4BD8-9B01-F4CB4EDDC330}"/>
              </a:ext>
            </a:extLst>
          </p:cNvPr>
          <p:cNvSpPr txBox="1"/>
          <p:nvPr/>
        </p:nvSpPr>
        <p:spPr>
          <a:xfrm>
            <a:off x="6350889" y="2587752"/>
            <a:ext cx="450342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최한기</a:t>
            </a:r>
          </a:p>
        </p:txBody>
      </p:sp>
      <p:sp>
        <p:nvSpPr>
          <p:cNvPr id="107" name="자유형: 도형 106">
            <a:extLst>
              <a:ext uri="{FF2B5EF4-FFF2-40B4-BE49-F238E27FC236}">
                <a16:creationId xmlns:a16="http://schemas.microsoft.com/office/drawing/2014/main" id="{66A954BE-EC64-4CAF-8969-B6F83DF99E8D}"/>
              </a:ext>
            </a:extLst>
          </p:cNvPr>
          <p:cNvSpPr/>
          <p:nvPr/>
        </p:nvSpPr>
        <p:spPr>
          <a:xfrm>
            <a:off x="6096000" y="329184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2CCDE17-4A51-42FC-8C4E-2E0F835B3CC7}"/>
              </a:ext>
            </a:extLst>
          </p:cNvPr>
          <p:cNvSpPr txBox="1"/>
          <p:nvPr/>
        </p:nvSpPr>
        <p:spPr>
          <a:xfrm>
            <a:off x="6114288" y="3273552"/>
            <a:ext cx="923544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조선국대부인 이씨</a:t>
            </a:r>
          </a:p>
        </p:txBody>
      </p:sp>
      <p:sp>
        <p:nvSpPr>
          <p:cNvPr id="109" name="자유형: 도형 108">
            <a:extLst>
              <a:ext uri="{FF2B5EF4-FFF2-40B4-BE49-F238E27FC236}">
                <a16:creationId xmlns:a16="http://schemas.microsoft.com/office/drawing/2014/main" id="{A5F1BEB0-A27E-4E80-94FD-05C61C696ABA}"/>
              </a:ext>
            </a:extLst>
          </p:cNvPr>
          <p:cNvSpPr/>
          <p:nvPr/>
        </p:nvSpPr>
        <p:spPr>
          <a:xfrm>
            <a:off x="6096000" y="3017520"/>
            <a:ext cx="1097280" cy="274320"/>
          </a:xfrm>
          <a:custGeom>
            <a:avLst/>
            <a:gdLst>
              <a:gd name="connsiteX0" fmla="*/ 1062990 w 1097280"/>
              <a:gd name="connsiteY0" fmla="*/ 0 h 274320"/>
              <a:gd name="connsiteX1" fmla="*/ 1097280 w 1097280"/>
              <a:gd name="connsiteY1" fmla="*/ 34290 h 274320"/>
              <a:gd name="connsiteX2" fmla="*/ 1097280 w 1097280"/>
              <a:gd name="connsiteY2" fmla="*/ 240030 h 274320"/>
              <a:gd name="connsiteX3" fmla="*/ 1062990 w 1097280"/>
              <a:gd name="connsiteY3" fmla="*/ 274320 h 274320"/>
              <a:gd name="connsiteX4" fmla="*/ 34290 w 1097280"/>
              <a:gd name="connsiteY4" fmla="*/ 274320 h 274320"/>
              <a:gd name="connsiteX5" fmla="*/ 0 w 1097280"/>
              <a:gd name="connsiteY5" fmla="*/ 240030 h 274320"/>
              <a:gd name="connsiteX6" fmla="*/ 0 w 1097280"/>
              <a:gd name="connsiteY6" fmla="*/ 34290 h 274320"/>
              <a:gd name="connsiteX7" fmla="*/ 34290 w 109728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7280" h="274320">
                <a:moveTo>
                  <a:pt x="1062990" y="0"/>
                </a:moveTo>
                <a:cubicBezTo>
                  <a:pt x="1081928" y="0"/>
                  <a:pt x="1097280" y="15352"/>
                  <a:pt x="1097280" y="34290"/>
                </a:cubicBezTo>
                <a:lnTo>
                  <a:pt x="1097280" y="240030"/>
                </a:lnTo>
                <a:cubicBezTo>
                  <a:pt x="1097280" y="258968"/>
                  <a:pt x="1081928" y="274320"/>
                  <a:pt x="106299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EF9E485-6352-41F7-A7AE-3C1E3D218729}"/>
              </a:ext>
            </a:extLst>
          </p:cNvPr>
          <p:cNvSpPr txBox="1"/>
          <p:nvPr/>
        </p:nvSpPr>
        <p:spPr>
          <a:xfrm>
            <a:off x="6182868" y="2999232"/>
            <a:ext cx="923544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안천부원군 한규인</a:t>
            </a:r>
          </a:p>
        </p:txBody>
      </p:sp>
      <p:sp>
        <p:nvSpPr>
          <p:cNvPr id="111" name="자유형: 도형 110">
            <a:extLst>
              <a:ext uri="{FF2B5EF4-FFF2-40B4-BE49-F238E27FC236}">
                <a16:creationId xmlns:a16="http://schemas.microsoft.com/office/drawing/2014/main" id="{80E9D198-2E40-4BB1-BC01-5F13B513516A}"/>
              </a:ext>
            </a:extLst>
          </p:cNvPr>
          <p:cNvSpPr/>
          <p:nvPr/>
        </p:nvSpPr>
        <p:spPr>
          <a:xfrm>
            <a:off x="6096000" y="370332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2BFA168-2C2E-47EA-9E7C-0EC9C0C49F11}"/>
              </a:ext>
            </a:extLst>
          </p:cNvPr>
          <p:cNvSpPr txBox="1"/>
          <p:nvPr/>
        </p:nvSpPr>
        <p:spPr>
          <a:xfrm>
            <a:off x="6248019" y="3685032"/>
            <a:ext cx="656082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증 정경부인</a:t>
            </a:r>
          </a:p>
        </p:txBody>
      </p:sp>
      <p:sp>
        <p:nvSpPr>
          <p:cNvPr id="113" name="자유형: 도형 112">
            <a:extLst>
              <a:ext uri="{FF2B5EF4-FFF2-40B4-BE49-F238E27FC236}">
                <a16:creationId xmlns:a16="http://schemas.microsoft.com/office/drawing/2014/main" id="{6E9CC1EC-826B-4762-A0B5-B5076DBE03A4}"/>
              </a:ext>
            </a:extLst>
          </p:cNvPr>
          <p:cNvSpPr/>
          <p:nvPr/>
        </p:nvSpPr>
        <p:spPr>
          <a:xfrm>
            <a:off x="6781800" y="3977640"/>
            <a:ext cx="754380" cy="274320"/>
          </a:xfrm>
          <a:custGeom>
            <a:avLst/>
            <a:gdLst>
              <a:gd name="connsiteX0" fmla="*/ 720090 w 754380"/>
              <a:gd name="connsiteY0" fmla="*/ 0 h 274320"/>
              <a:gd name="connsiteX1" fmla="*/ 754380 w 754380"/>
              <a:gd name="connsiteY1" fmla="*/ 34290 h 274320"/>
              <a:gd name="connsiteX2" fmla="*/ 754380 w 754380"/>
              <a:gd name="connsiteY2" fmla="*/ 240030 h 274320"/>
              <a:gd name="connsiteX3" fmla="*/ 720090 w 754380"/>
              <a:gd name="connsiteY3" fmla="*/ 274320 h 274320"/>
              <a:gd name="connsiteX4" fmla="*/ 34290 w 754380"/>
              <a:gd name="connsiteY4" fmla="*/ 274320 h 274320"/>
              <a:gd name="connsiteX5" fmla="*/ 0 w 754380"/>
              <a:gd name="connsiteY5" fmla="*/ 240030 h 274320"/>
              <a:gd name="connsiteX6" fmla="*/ 0 w 754380"/>
              <a:gd name="connsiteY6" fmla="*/ 34290 h 274320"/>
              <a:gd name="connsiteX7" fmla="*/ 34290 w 75438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" h="274320">
                <a:moveTo>
                  <a:pt x="720090" y="0"/>
                </a:moveTo>
                <a:cubicBezTo>
                  <a:pt x="739028" y="0"/>
                  <a:pt x="754380" y="15352"/>
                  <a:pt x="754380" y="34290"/>
                </a:cubicBezTo>
                <a:lnTo>
                  <a:pt x="754380" y="240030"/>
                </a:lnTo>
                <a:cubicBezTo>
                  <a:pt x="754380" y="258968"/>
                  <a:pt x="739028" y="274320"/>
                  <a:pt x="72009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112005A-8E94-4413-82AD-41799E0576AA}"/>
              </a:ext>
            </a:extLst>
          </p:cNvPr>
          <p:cNvSpPr txBox="1"/>
          <p:nvPr/>
        </p:nvSpPr>
        <p:spPr>
          <a:xfrm>
            <a:off x="6933819" y="3959352"/>
            <a:ext cx="450342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신윤려</a:t>
            </a:r>
          </a:p>
        </p:txBody>
      </p:sp>
      <p:sp>
        <p:nvSpPr>
          <p:cNvPr id="115" name="자유형: 도형 114">
            <a:extLst>
              <a:ext uri="{FF2B5EF4-FFF2-40B4-BE49-F238E27FC236}">
                <a16:creationId xmlns:a16="http://schemas.microsoft.com/office/drawing/2014/main" id="{4101E671-E626-4BB5-90D2-ABA6BBD63218}"/>
              </a:ext>
            </a:extLst>
          </p:cNvPr>
          <p:cNvSpPr/>
          <p:nvPr/>
        </p:nvSpPr>
        <p:spPr>
          <a:xfrm>
            <a:off x="6233160" y="425196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FA45818-79C9-439C-B549-A81A0394097E}"/>
              </a:ext>
            </a:extLst>
          </p:cNvPr>
          <p:cNvSpPr txBox="1"/>
          <p:nvPr/>
        </p:nvSpPr>
        <p:spPr>
          <a:xfrm>
            <a:off x="6532626" y="4233672"/>
            <a:ext cx="36118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민적</a:t>
            </a:r>
          </a:p>
        </p:txBody>
      </p:sp>
      <p:sp>
        <p:nvSpPr>
          <p:cNvPr id="117" name="자유형: 도형 116">
            <a:extLst>
              <a:ext uri="{FF2B5EF4-FFF2-40B4-BE49-F238E27FC236}">
                <a16:creationId xmlns:a16="http://schemas.microsoft.com/office/drawing/2014/main" id="{1A6AF9FB-0DCB-4538-81A9-A38AA37E363F}"/>
              </a:ext>
            </a:extLst>
          </p:cNvPr>
          <p:cNvSpPr/>
          <p:nvPr/>
        </p:nvSpPr>
        <p:spPr>
          <a:xfrm>
            <a:off x="6233160" y="4937760"/>
            <a:ext cx="960120" cy="274320"/>
          </a:xfrm>
          <a:custGeom>
            <a:avLst/>
            <a:gdLst>
              <a:gd name="connsiteX0" fmla="*/ 925830 w 960120"/>
              <a:gd name="connsiteY0" fmla="*/ 0 h 274320"/>
              <a:gd name="connsiteX1" fmla="*/ 960120 w 960120"/>
              <a:gd name="connsiteY1" fmla="*/ 34290 h 274320"/>
              <a:gd name="connsiteX2" fmla="*/ 960120 w 960120"/>
              <a:gd name="connsiteY2" fmla="*/ 240030 h 274320"/>
              <a:gd name="connsiteX3" fmla="*/ 925830 w 960120"/>
              <a:gd name="connsiteY3" fmla="*/ 274320 h 274320"/>
              <a:gd name="connsiteX4" fmla="*/ 34290 w 960120"/>
              <a:gd name="connsiteY4" fmla="*/ 274320 h 274320"/>
              <a:gd name="connsiteX5" fmla="*/ 0 w 960120"/>
              <a:gd name="connsiteY5" fmla="*/ 240030 h 274320"/>
              <a:gd name="connsiteX6" fmla="*/ 0 w 960120"/>
              <a:gd name="connsiteY6" fmla="*/ 34290 h 274320"/>
              <a:gd name="connsiteX7" fmla="*/ 34290 w 960120"/>
              <a:gd name="connsiteY7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0120" h="274320">
                <a:moveTo>
                  <a:pt x="925830" y="0"/>
                </a:moveTo>
                <a:cubicBezTo>
                  <a:pt x="944768" y="0"/>
                  <a:pt x="960120" y="15352"/>
                  <a:pt x="960120" y="34290"/>
                </a:cubicBezTo>
                <a:lnTo>
                  <a:pt x="960120" y="240030"/>
                </a:lnTo>
                <a:cubicBezTo>
                  <a:pt x="960120" y="258968"/>
                  <a:pt x="944768" y="274320"/>
                  <a:pt x="925830" y="274320"/>
                </a:cubicBezTo>
                <a:lnTo>
                  <a:pt x="34290" y="274320"/>
                </a:lnTo>
                <a:cubicBezTo>
                  <a:pt x="15352" y="274320"/>
                  <a:pt x="0" y="258968"/>
                  <a:pt x="0" y="240030"/>
                </a:cubicBezTo>
                <a:lnTo>
                  <a:pt x="0" y="34290"/>
                </a:lnTo>
                <a:cubicBezTo>
                  <a:pt x="0" y="15352"/>
                  <a:pt x="15352" y="0"/>
                  <a:pt x="34290" y="0"/>
                </a:cubicBezTo>
                <a:close/>
              </a:path>
            </a:pathLst>
          </a:custGeom>
          <a:solidFill>
            <a:srgbClr val="DAE8FC"/>
          </a:solidFill>
          <a:ln w="10287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F567269-7074-4E87-ABC6-73F745152225}"/>
              </a:ext>
            </a:extLst>
          </p:cNvPr>
          <p:cNvSpPr txBox="1"/>
          <p:nvPr/>
        </p:nvSpPr>
        <p:spPr>
          <a:xfrm>
            <a:off x="6532626" y="4919472"/>
            <a:ext cx="361188" cy="214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56" spc="0" baseline="0">
                <a:solidFill>
                  <a:srgbClr val="000000"/>
                </a:solidFill>
                <a:latin typeface="나눔고딕"/>
                <a:ea typeface="나눔고딕"/>
                <a:sym typeface="나눔고딕"/>
                <a:rtl val="0"/>
              </a:rPr>
              <a:t>원씨</a:t>
            </a:r>
          </a:p>
        </p:txBody>
      </p:sp>
    </p:spTree>
    <p:extLst>
      <p:ext uri="{BB962C8B-B14F-4D97-AF65-F5344CB8AC3E}">
        <p14:creationId xmlns:p14="http://schemas.microsoft.com/office/powerpoint/2010/main" val="268641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6701D8-D0C4-45E1-98A8-F73D31C68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24" y="0"/>
            <a:ext cx="128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6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A0BF2F89-A058-46BF-87B5-D6F5FE0B6F20}"/>
              </a:ext>
            </a:extLst>
          </p:cNvPr>
          <p:cNvSpPr/>
          <p:nvPr/>
        </p:nvSpPr>
        <p:spPr>
          <a:xfrm>
            <a:off x="3675529" y="0"/>
            <a:ext cx="4840941" cy="6858000"/>
          </a:xfrm>
          <a:custGeom>
            <a:avLst/>
            <a:gdLst>
              <a:gd name="connsiteX0" fmla="*/ 0 w 4840941"/>
              <a:gd name="connsiteY0" fmla="*/ 0 h 6858000"/>
              <a:gd name="connsiteX1" fmla="*/ 4840941 w 4840941"/>
              <a:gd name="connsiteY1" fmla="*/ 0 h 6858000"/>
              <a:gd name="connsiteX2" fmla="*/ 4840941 w 4840941"/>
              <a:gd name="connsiteY2" fmla="*/ 6858000 h 6858000"/>
              <a:gd name="connsiteX3" fmla="*/ 0 w 484094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0941" h="6858000">
                <a:moveTo>
                  <a:pt x="0" y="0"/>
                </a:moveTo>
                <a:lnTo>
                  <a:pt x="4840941" y="0"/>
                </a:lnTo>
                <a:lnTo>
                  <a:pt x="48409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806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989A3-4FE1-4EFA-B4D5-543EABB80B9B}"/>
              </a:ext>
            </a:extLst>
          </p:cNvPr>
          <p:cNvSpPr txBox="1"/>
          <p:nvPr/>
        </p:nvSpPr>
        <p:spPr>
          <a:xfrm>
            <a:off x="4975859" y="91440"/>
            <a:ext cx="2240279" cy="317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271" b="1" spc="0" baseline="0"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1</a:t>
            </a:r>
            <a:r>
              <a:rPr lang="ko-KR" altLang="en-US" sz="1271" b="1" spc="0" baseline="0">
                <a:solidFill>
                  <a:srgbClr val="00000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종</a:t>
            </a:r>
            <a:r>
              <a:rPr lang="ko-KR" altLang="en-US" sz="1271" b="1" spc="0" baseline="0">
                <a:solidFill>
                  <a:srgbClr val="00000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271" b="1" spc="0" baseline="0">
                <a:solidFill>
                  <a:srgbClr val="00000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보통</a:t>
            </a:r>
            <a:r>
              <a:rPr lang="ko-KR" altLang="en-US" sz="1271" b="1" spc="0" baseline="0">
                <a:solidFill>
                  <a:srgbClr val="00000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271" b="1" spc="0" baseline="0">
                <a:solidFill>
                  <a:srgbClr val="00000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운전면허</a:t>
            </a:r>
            <a:r>
              <a:rPr lang="ko-KR" altLang="en-US" sz="1271" b="1" spc="0" baseline="0">
                <a:solidFill>
                  <a:srgbClr val="00000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271" b="1" spc="0" baseline="0">
                <a:solidFill>
                  <a:srgbClr val="00000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취득</a:t>
            </a:r>
            <a:r>
              <a:rPr lang="ko-KR" altLang="en-US" sz="1271" b="1" spc="0" baseline="0">
                <a:solidFill>
                  <a:srgbClr val="00000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271" b="1" spc="0" baseline="0">
                <a:solidFill>
                  <a:srgbClr val="00000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과정</a:t>
            </a: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21104AC4-1662-4AAC-AFF0-56E91D86A5A6}"/>
              </a:ext>
            </a:extLst>
          </p:cNvPr>
          <p:cNvSpPr/>
          <p:nvPr/>
        </p:nvSpPr>
        <p:spPr>
          <a:xfrm>
            <a:off x="5087470" y="645458"/>
            <a:ext cx="2017058" cy="484094"/>
          </a:xfrm>
          <a:custGeom>
            <a:avLst/>
            <a:gdLst>
              <a:gd name="connsiteX0" fmla="*/ 1952513 w 2017058"/>
              <a:gd name="connsiteY0" fmla="*/ 0 h 484094"/>
              <a:gd name="connsiteX1" fmla="*/ 2017059 w 2017058"/>
              <a:gd name="connsiteY1" fmla="*/ 0 h 484094"/>
              <a:gd name="connsiteX2" fmla="*/ 2017059 w 2017058"/>
              <a:gd name="connsiteY2" fmla="*/ 484094 h 484094"/>
              <a:gd name="connsiteX3" fmla="*/ 1952513 w 2017058"/>
              <a:gd name="connsiteY3" fmla="*/ 484094 h 484094"/>
              <a:gd name="connsiteX4" fmla="*/ 64546 w 2017058"/>
              <a:gd name="connsiteY4" fmla="*/ 484094 h 484094"/>
              <a:gd name="connsiteX5" fmla="*/ 0 w 2017058"/>
              <a:gd name="connsiteY5" fmla="*/ 484094 h 484094"/>
              <a:gd name="connsiteX6" fmla="*/ 0 w 2017058"/>
              <a:gd name="connsiteY6" fmla="*/ 0 h 484094"/>
              <a:gd name="connsiteX7" fmla="*/ 64546 w 2017058"/>
              <a:gd name="connsiteY7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058" h="484094">
                <a:moveTo>
                  <a:pt x="1952513" y="0"/>
                </a:moveTo>
                <a:cubicBezTo>
                  <a:pt x="1988161" y="0"/>
                  <a:pt x="2017059" y="0"/>
                  <a:pt x="2017059" y="0"/>
                </a:cubicBezTo>
                <a:lnTo>
                  <a:pt x="2017059" y="484094"/>
                </a:lnTo>
                <a:cubicBezTo>
                  <a:pt x="2017059" y="484094"/>
                  <a:pt x="1988161" y="484094"/>
                  <a:pt x="1952513" y="484094"/>
                </a:cubicBezTo>
                <a:lnTo>
                  <a:pt x="64546" y="484094"/>
                </a:lnTo>
                <a:cubicBezTo>
                  <a:pt x="28898" y="484094"/>
                  <a:pt x="0" y="484094"/>
                  <a:pt x="0" y="484094"/>
                </a:cubicBezTo>
                <a:lnTo>
                  <a:pt x="0" y="0"/>
                </a:lnTo>
                <a:cubicBezTo>
                  <a:pt x="0" y="0"/>
                  <a:pt x="28898" y="0"/>
                  <a:pt x="64546" y="0"/>
                </a:cubicBezTo>
                <a:close/>
              </a:path>
            </a:pathLst>
          </a:custGeom>
          <a:solidFill>
            <a:srgbClr val="E1F5FE"/>
          </a:solidFill>
          <a:ln w="8065" cap="flat">
            <a:solidFill>
              <a:srgbClr val="01579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756AA-A4B2-4861-AE48-6E734F9B5E12}"/>
              </a:ext>
            </a:extLst>
          </p:cNvPr>
          <p:cNvSpPr txBox="1"/>
          <p:nvPr/>
        </p:nvSpPr>
        <p:spPr>
          <a:xfrm>
            <a:off x="5254213" y="680421"/>
            <a:ext cx="1683571" cy="244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89" b="1" spc="0" baseline="0">
                <a:solidFill>
                  <a:srgbClr val="000000"/>
                </a:solidFill>
                <a:latin typeface="맑은 고딕"/>
                <a:ea typeface="맑은 고딕"/>
                <a:sym typeface="맑은 고딕"/>
                <a:rtl val="0"/>
              </a:rPr>
              <a:t>1. 응시원서 접수 및 신체검사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33D86-269C-4034-AB99-90FA72B4415B}"/>
              </a:ext>
            </a:extLst>
          </p:cNvPr>
          <p:cNvSpPr txBox="1"/>
          <p:nvPr/>
        </p:nvSpPr>
        <p:spPr>
          <a:xfrm>
            <a:off x="5512397" y="865990"/>
            <a:ext cx="1167204" cy="212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99" spc="0" baseline="0">
                <a:solidFill>
                  <a:srgbClr val="555555"/>
                </a:solidFill>
                <a:latin typeface="맑은 고딕"/>
                <a:ea typeface="맑은 고딕"/>
                <a:sym typeface="맑은 고딕"/>
                <a:rtl val="0"/>
              </a:rPr>
              <a:t>시험장 방문 및 건강검진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DD72D7D-B1BA-4E23-A5B1-20F18D059C43}"/>
              </a:ext>
            </a:extLst>
          </p:cNvPr>
          <p:cNvSpPr/>
          <p:nvPr/>
        </p:nvSpPr>
        <p:spPr>
          <a:xfrm>
            <a:off x="6095999" y="1129552"/>
            <a:ext cx="8068" cy="282388"/>
          </a:xfrm>
          <a:custGeom>
            <a:avLst/>
            <a:gdLst>
              <a:gd name="connsiteX0" fmla="*/ 0 w 8068"/>
              <a:gd name="connsiteY0" fmla="*/ 0 h 282388"/>
              <a:gd name="connsiteX1" fmla="*/ 0 w 8068"/>
              <a:gd name="connsiteY1" fmla="*/ 282388 h 2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8" h="282388">
                <a:moveTo>
                  <a:pt x="0" y="0"/>
                </a:moveTo>
                <a:lnTo>
                  <a:pt x="0" y="282388"/>
                </a:lnTo>
              </a:path>
            </a:pathLst>
          </a:custGeom>
          <a:ln w="16129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137F648-8E29-443F-A1DB-89D7373B1077}"/>
              </a:ext>
            </a:extLst>
          </p:cNvPr>
          <p:cNvSpPr/>
          <p:nvPr/>
        </p:nvSpPr>
        <p:spPr>
          <a:xfrm>
            <a:off x="5087470" y="1452282"/>
            <a:ext cx="2017058" cy="484094"/>
          </a:xfrm>
          <a:custGeom>
            <a:avLst/>
            <a:gdLst>
              <a:gd name="connsiteX0" fmla="*/ 1952513 w 2017058"/>
              <a:gd name="connsiteY0" fmla="*/ 0 h 484094"/>
              <a:gd name="connsiteX1" fmla="*/ 2017059 w 2017058"/>
              <a:gd name="connsiteY1" fmla="*/ 0 h 484094"/>
              <a:gd name="connsiteX2" fmla="*/ 2017059 w 2017058"/>
              <a:gd name="connsiteY2" fmla="*/ 484094 h 484094"/>
              <a:gd name="connsiteX3" fmla="*/ 1952513 w 2017058"/>
              <a:gd name="connsiteY3" fmla="*/ 484094 h 484094"/>
              <a:gd name="connsiteX4" fmla="*/ 64546 w 2017058"/>
              <a:gd name="connsiteY4" fmla="*/ 484094 h 484094"/>
              <a:gd name="connsiteX5" fmla="*/ 0 w 2017058"/>
              <a:gd name="connsiteY5" fmla="*/ 484094 h 484094"/>
              <a:gd name="connsiteX6" fmla="*/ 0 w 2017058"/>
              <a:gd name="connsiteY6" fmla="*/ 0 h 484094"/>
              <a:gd name="connsiteX7" fmla="*/ 64546 w 2017058"/>
              <a:gd name="connsiteY7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058" h="484094">
                <a:moveTo>
                  <a:pt x="1952513" y="0"/>
                </a:moveTo>
                <a:cubicBezTo>
                  <a:pt x="1988161" y="0"/>
                  <a:pt x="2017059" y="0"/>
                  <a:pt x="2017059" y="0"/>
                </a:cubicBezTo>
                <a:lnTo>
                  <a:pt x="2017059" y="484094"/>
                </a:lnTo>
                <a:cubicBezTo>
                  <a:pt x="2017059" y="484094"/>
                  <a:pt x="1988161" y="484094"/>
                  <a:pt x="1952513" y="484094"/>
                </a:cubicBezTo>
                <a:lnTo>
                  <a:pt x="64546" y="484094"/>
                </a:lnTo>
                <a:cubicBezTo>
                  <a:pt x="28898" y="484094"/>
                  <a:pt x="0" y="484094"/>
                  <a:pt x="0" y="484094"/>
                </a:cubicBezTo>
                <a:lnTo>
                  <a:pt x="0" y="0"/>
                </a:lnTo>
                <a:cubicBezTo>
                  <a:pt x="0" y="0"/>
                  <a:pt x="28898" y="0"/>
                  <a:pt x="64546" y="0"/>
                </a:cubicBezTo>
                <a:close/>
              </a:path>
            </a:pathLst>
          </a:custGeom>
          <a:solidFill>
            <a:srgbClr val="E1F5FE"/>
          </a:solidFill>
          <a:ln w="8065" cap="flat">
            <a:solidFill>
              <a:srgbClr val="01579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EBAA7-7A6C-436C-A3D5-98438929699C}"/>
              </a:ext>
            </a:extLst>
          </p:cNvPr>
          <p:cNvSpPr txBox="1"/>
          <p:nvPr/>
        </p:nvSpPr>
        <p:spPr>
          <a:xfrm>
            <a:off x="5597113" y="1487244"/>
            <a:ext cx="997771" cy="244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89" b="1" spc="0" baseline="0">
                <a:solidFill>
                  <a:srgbClr val="000000"/>
                </a:solidFill>
                <a:latin typeface="맑은 고딕"/>
                <a:ea typeface="맑은 고딕"/>
                <a:sym typeface="맑은 고딕"/>
                <a:rtl val="0"/>
              </a:rPr>
              <a:t>2. 교통안전교육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56CE3-8D84-4398-B8B8-D85784A19178}"/>
              </a:ext>
            </a:extLst>
          </p:cNvPr>
          <p:cNvSpPr txBox="1"/>
          <p:nvPr/>
        </p:nvSpPr>
        <p:spPr>
          <a:xfrm>
            <a:off x="5532567" y="1672814"/>
            <a:ext cx="1126863" cy="212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99" spc="0" baseline="0">
                <a:solidFill>
                  <a:srgbClr val="555555"/>
                </a:solidFill>
                <a:latin typeface="맑은 고딕"/>
                <a:ea typeface="맑은 고딕"/>
                <a:sym typeface="맑은 고딕"/>
                <a:rtl val="0"/>
              </a:rPr>
              <a:t>시청각 교육 1시간 수강</a:t>
            </a: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8CD5AA3B-1436-463C-87B7-30887E33403B}"/>
              </a:ext>
            </a:extLst>
          </p:cNvPr>
          <p:cNvSpPr/>
          <p:nvPr/>
        </p:nvSpPr>
        <p:spPr>
          <a:xfrm>
            <a:off x="6095999" y="1936376"/>
            <a:ext cx="8068" cy="282388"/>
          </a:xfrm>
          <a:custGeom>
            <a:avLst/>
            <a:gdLst>
              <a:gd name="connsiteX0" fmla="*/ 0 w 8068"/>
              <a:gd name="connsiteY0" fmla="*/ 0 h 282388"/>
              <a:gd name="connsiteX1" fmla="*/ 0 w 8068"/>
              <a:gd name="connsiteY1" fmla="*/ 282388 h 2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8" h="282388">
                <a:moveTo>
                  <a:pt x="0" y="0"/>
                </a:moveTo>
                <a:lnTo>
                  <a:pt x="0" y="282388"/>
                </a:lnTo>
              </a:path>
            </a:pathLst>
          </a:custGeom>
          <a:ln w="16129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71105705-B8B3-4D0E-9AB6-AC3A6D49BECC}"/>
              </a:ext>
            </a:extLst>
          </p:cNvPr>
          <p:cNvSpPr/>
          <p:nvPr/>
        </p:nvSpPr>
        <p:spPr>
          <a:xfrm>
            <a:off x="5087470" y="2259105"/>
            <a:ext cx="2017058" cy="484094"/>
          </a:xfrm>
          <a:custGeom>
            <a:avLst/>
            <a:gdLst>
              <a:gd name="connsiteX0" fmla="*/ 1952513 w 2017058"/>
              <a:gd name="connsiteY0" fmla="*/ 0 h 484094"/>
              <a:gd name="connsiteX1" fmla="*/ 2017059 w 2017058"/>
              <a:gd name="connsiteY1" fmla="*/ 0 h 484094"/>
              <a:gd name="connsiteX2" fmla="*/ 2017059 w 2017058"/>
              <a:gd name="connsiteY2" fmla="*/ 484094 h 484094"/>
              <a:gd name="connsiteX3" fmla="*/ 1952513 w 2017058"/>
              <a:gd name="connsiteY3" fmla="*/ 484094 h 484094"/>
              <a:gd name="connsiteX4" fmla="*/ 64546 w 2017058"/>
              <a:gd name="connsiteY4" fmla="*/ 484094 h 484094"/>
              <a:gd name="connsiteX5" fmla="*/ 0 w 2017058"/>
              <a:gd name="connsiteY5" fmla="*/ 484094 h 484094"/>
              <a:gd name="connsiteX6" fmla="*/ 0 w 2017058"/>
              <a:gd name="connsiteY6" fmla="*/ 0 h 484094"/>
              <a:gd name="connsiteX7" fmla="*/ 64546 w 2017058"/>
              <a:gd name="connsiteY7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058" h="484094">
                <a:moveTo>
                  <a:pt x="1952513" y="0"/>
                </a:moveTo>
                <a:cubicBezTo>
                  <a:pt x="1988161" y="0"/>
                  <a:pt x="2017059" y="0"/>
                  <a:pt x="2017059" y="0"/>
                </a:cubicBezTo>
                <a:lnTo>
                  <a:pt x="2017059" y="484094"/>
                </a:lnTo>
                <a:cubicBezTo>
                  <a:pt x="2017059" y="484094"/>
                  <a:pt x="1988161" y="484094"/>
                  <a:pt x="1952513" y="484094"/>
                </a:cubicBezTo>
                <a:lnTo>
                  <a:pt x="64546" y="484094"/>
                </a:lnTo>
                <a:cubicBezTo>
                  <a:pt x="28898" y="484094"/>
                  <a:pt x="0" y="484094"/>
                  <a:pt x="0" y="484094"/>
                </a:cubicBezTo>
                <a:lnTo>
                  <a:pt x="0" y="0"/>
                </a:lnTo>
                <a:cubicBezTo>
                  <a:pt x="0" y="0"/>
                  <a:pt x="28898" y="0"/>
                  <a:pt x="64546" y="0"/>
                </a:cubicBezTo>
                <a:close/>
              </a:path>
            </a:pathLst>
          </a:custGeom>
          <a:solidFill>
            <a:srgbClr val="FFF9C4"/>
          </a:solidFill>
          <a:ln w="8065" cap="flat">
            <a:solidFill>
              <a:srgbClr val="FBC02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A0514-1360-44C4-947E-8E81DBB98AD9}"/>
              </a:ext>
            </a:extLst>
          </p:cNvPr>
          <p:cNvSpPr txBox="1"/>
          <p:nvPr/>
        </p:nvSpPr>
        <p:spPr>
          <a:xfrm>
            <a:off x="5536601" y="2294068"/>
            <a:ext cx="1118795" cy="244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89" b="1" spc="0" baseline="0">
                <a:solidFill>
                  <a:srgbClr val="000000"/>
                </a:solidFill>
                <a:latin typeface="맑은 고딕"/>
                <a:ea typeface="맑은 고딕"/>
                <a:sym typeface="맑은 고딕"/>
                <a:rtl val="0"/>
              </a:rPr>
              <a:t>3. 학과시험 (필기)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1DB76-752C-471F-B6BD-FCD0EFB6AF84}"/>
              </a:ext>
            </a:extLst>
          </p:cNvPr>
          <p:cNvSpPr txBox="1"/>
          <p:nvPr/>
        </p:nvSpPr>
        <p:spPr>
          <a:xfrm>
            <a:off x="5657625" y="2479637"/>
            <a:ext cx="876748" cy="212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99" spc="0" baseline="0">
                <a:solidFill>
                  <a:srgbClr val="555555"/>
                </a:solidFill>
                <a:latin typeface="맑은 고딕"/>
                <a:ea typeface="맑은 고딕"/>
                <a:sym typeface="맑은 고딕"/>
                <a:rtl val="0"/>
              </a:rPr>
              <a:t>문학/법규 40문항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E50A281-E662-4905-AFB7-94F3323FBFEC}"/>
              </a:ext>
            </a:extLst>
          </p:cNvPr>
          <p:cNvSpPr/>
          <p:nvPr/>
        </p:nvSpPr>
        <p:spPr>
          <a:xfrm>
            <a:off x="6095999" y="2743200"/>
            <a:ext cx="8068" cy="282388"/>
          </a:xfrm>
          <a:custGeom>
            <a:avLst/>
            <a:gdLst>
              <a:gd name="connsiteX0" fmla="*/ 0 w 8068"/>
              <a:gd name="connsiteY0" fmla="*/ 0 h 282388"/>
              <a:gd name="connsiteX1" fmla="*/ 0 w 8068"/>
              <a:gd name="connsiteY1" fmla="*/ 282388 h 2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8" h="282388">
                <a:moveTo>
                  <a:pt x="0" y="0"/>
                </a:moveTo>
                <a:lnTo>
                  <a:pt x="0" y="282388"/>
                </a:lnTo>
              </a:path>
            </a:pathLst>
          </a:custGeom>
          <a:ln w="16129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F0A13342-ACEC-48E7-8191-6389004CDA8E}"/>
              </a:ext>
            </a:extLst>
          </p:cNvPr>
          <p:cNvSpPr/>
          <p:nvPr/>
        </p:nvSpPr>
        <p:spPr>
          <a:xfrm>
            <a:off x="5087470" y="3065929"/>
            <a:ext cx="2017058" cy="484094"/>
          </a:xfrm>
          <a:custGeom>
            <a:avLst/>
            <a:gdLst>
              <a:gd name="connsiteX0" fmla="*/ 1952513 w 2017058"/>
              <a:gd name="connsiteY0" fmla="*/ 0 h 484094"/>
              <a:gd name="connsiteX1" fmla="*/ 2017059 w 2017058"/>
              <a:gd name="connsiteY1" fmla="*/ 0 h 484094"/>
              <a:gd name="connsiteX2" fmla="*/ 2017059 w 2017058"/>
              <a:gd name="connsiteY2" fmla="*/ 484094 h 484094"/>
              <a:gd name="connsiteX3" fmla="*/ 1952513 w 2017058"/>
              <a:gd name="connsiteY3" fmla="*/ 484094 h 484094"/>
              <a:gd name="connsiteX4" fmla="*/ 64546 w 2017058"/>
              <a:gd name="connsiteY4" fmla="*/ 484094 h 484094"/>
              <a:gd name="connsiteX5" fmla="*/ 0 w 2017058"/>
              <a:gd name="connsiteY5" fmla="*/ 484094 h 484094"/>
              <a:gd name="connsiteX6" fmla="*/ 0 w 2017058"/>
              <a:gd name="connsiteY6" fmla="*/ 0 h 484094"/>
              <a:gd name="connsiteX7" fmla="*/ 64546 w 2017058"/>
              <a:gd name="connsiteY7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058" h="484094">
                <a:moveTo>
                  <a:pt x="1952513" y="0"/>
                </a:moveTo>
                <a:cubicBezTo>
                  <a:pt x="1988161" y="0"/>
                  <a:pt x="2017059" y="0"/>
                  <a:pt x="2017059" y="0"/>
                </a:cubicBezTo>
                <a:lnTo>
                  <a:pt x="2017059" y="484094"/>
                </a:lnTo>
                <a:cubicBezTo>
                  <a:pt x="2017059" y="484094"/>
                  <a:pt x="1988161" y="484094"/>
                  <a:pt x="1952513" y="484094"/>
                </a:cubicBezTo>
                <a:lnTo>
                  <a:pt x="64546" y="484094"/>
                </a:lnTo>
                <a:cubicBezTo>
                  <a:pt x="28898" y="484094"/>
                  <a:pt x="0" y="484094"/>
                  <a:pt x="0" y="484094"/>
                </a:cubicBezTo>
                <a:lnTo>
                  <a:pt x="0" y="0"/>
                </a:lnTo>
                <a:cubicBezTo>
                  <a:pt x="0" y="0"/>
                  <a:pt x="28898" y="0"/>
                  <a:pt x="64546" y="0"/>
                </a:cubicBezTo>
                <a:close/>
              </a:path>
            </a:pathLst>
          </a:custGeom>
          <a:solidFill>
            <a:srgbClr val="F3E5F5"/>
          </a:solidFill>
          <a:ln w="8065" cap="flat">
            <a:solidFill>
              <a:srgbClr val="7B1FA2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0CF4FC-A3E9-473F-8279-C23ABDA55E98}"/>
              </a:ext>
            </a:extLst>
          </p:cNvPr>
          <p:cNvSpPr txBox="1"/>
          <p:nvPr/>
        </p:nvSpPr>
        <p:spPr>
          <a:xfrm>
            <a:off x="5536601" y="3100891"/>
            <a:ext cx="1118795" cy="244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89" b="1" spc="0" baseline="0">
                <a:solidFill>
                  <a:srgbClr val="000000"/>
                </a:solidFill>
                <a:latin typeface="맑은 고딕"/>
                <a:ea typeface="맑은 고딕"/>
                <a:sym typeface="맑은 고딕"/>
                <a:rtl val="0"/>
              </a:rPr>
              <a:t>4. 기능시험 (장내)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6E94D-D4CF-40E3-A2CB-893F01C9A033}"/>
              </a:ext>
            </a:extLst>
          </p:cNvPr>
          <p:cNvSpPr txBox="1"/>
          <p:nvPr/>
        </p:nvSpPr>
        <p:spPr>
          <a:xfrm>
            <a:off x="5435748" y="3286461"/>
            <a:ext cx="1320501" cy="212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99" spc="0" baseline="0">
                <a:solidFill>
                  <a:srgbClr val="555555"/>
                </a:solidFill>
                <a:latin typeface="맑은 고딕"/>
                <a:ea typeface="맑은 고딕"/>
                <a:sym typeface="맑은 고딕"/>
                <a:rtl val="0"/>
              </a:rPr>
              <a:t>운전 장치 조작 및 코스 주행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D89D9471-E736-415C-8E4C-D6F370C1D2C1}"/>
              </a:ext>
            </a:extLst>
          </p:cNvPr>
          <p:cNvSpPr/>
          <p:nvPr/>
        </p:nvSpPr>
        <p:spPr>
          <a:xfrm>
            <a:off x="6095999" y="3550023"/>
            <a:ext cx="8068" cy="282388"/>
          </a:xfrm>
          <a:custGeom>
            <a:avLst/>
            <a:gdLst>
              <a:gd name="connsiteX0" fmla="*/ 0 w 8068"/>
              <a:gd name="connsiteY0" fmla="*/ 0 h 282388"/>
              <a:gd name="connsiteX1" fmla="*/ 0 w 8068"/>
              <a:gd name="connsiteY1" fmla="*/ 282388 h 2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8" h="282388">
                <a:moveTo>
                  <a:pt x="0" y="0"/>
                </a:moveTo>
                <a:lnTo>
                  <a:pt x="0" y="282388"/>
                </a:lnTo>
              </a:path>
            </a:pathLst>
          </a:custGeom>
          <a:ln w="16129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F47BEB51-61E5-4529-A9C8-F3000CE93EF6}"/>
              </a:ext>
            </a:extLst>
          </p:cNvPr>
          <p:cNvSpPr/>
          <p:nvPr/>
        </p:nvSpPr>
        <p:spPr>
          <a:xfrm>
            <a:off x="5087470" y="3872752"/>
            <a:ext cx="2017058" cy="484094"/>
          </a:xfrm>
          <a:custGeom>
            <a:avLst/>
            <a:gdLst>
              <a:gd name="connsiteX0" fmla="*/ 1952513 w 2017058"/>
              <a:gd name="connsiteY0" fmla="*/ 0 h 484094"/>
              <a:gd name="connsiteX1" fmla="*/ 2017059 w 2017058"/>
              <a:gd name="connsiteY1" fmla="*/ 0 h 484094"/>
              <a:gd name="connsiteX2" fmla="*/ 2017059 w 2017058"/>
              <a:gd name="connsiteY2" fmla="*/ 484094 h 484094"/>
              <a:gd name="connsiteX3" fmla="*/ 1952513 w 2017058"/>
              <a:gd name="connsiteY3" fmla="*/ 484094 h 484094"/>
              <a:gd name="connsiteX4" fmla="*/ 64546 w 2017058"/>
              <a:gd name="connsiteY4" fmla="*/ 484094 h 484094"/>
              <a:gd name="connsiteX5" fmla="*/ 0 w 2017058"/>
              <a:gd name="connsiteY5" fmla="*/ 484094 h 484094"/>
              <a:gd name="connsiteX6" fmla="*/ 0 w 2017058"/>
              <a:gd name="connsiteY6" fmla="*/ 0 h 484094"/>
              <a:gd name="connsiteX7" fmla="*/ 64546 w 2017058"/>
              <a:gd name="connsiteY7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058" h="484094">
                <a:moveTo>
                  <a:pt x="1952513" y="0"/>
                </a:moveTo>
                <a:cubicBezTo>
                  <a:pt x="1988161" y="0"/>
                  <a:pt x="2017059" y="0"/>
                  <a:pt x="2017059" y="0"/>
                </a:cubicBezTo>
                <a:lnTo>
                  <a:pt x="2017059" y="484094"/>
                </a:lnTo>
                <a:cubicBezTo>
                  <a:pt x="2017059" y="484094"/>
                  <a:pt x="1988161" y="484094"/>
                  <a:pt x="1952513" y="484094"/>
                </a:cubicBezTo>
                <a:lnTo>
                  <a:pt x="64546" y="484094"/>
                </a:lnTo>
                <a:cubicBezTo>
                  <a:pt x="28898" y="484094"/>
                  <a:pt x="0" y="484094"/>
                  <a:pt x="0" y="484094"/>
                </a:cubicBezTo>
                <a:lnTo>
                  <a:pt x="0" y="0"/>
                </a:lnTo>
                <a:cubicBezTo>
                  <a:pt x="0" y="0"/>
                  <a:pt x="28898" y="0"/>
                  <a:pt x="64546" y="0"/>
                </a:cubicBezTo>
                <a:close/>
              </a:path>
            </a:pathLst>
          </a:custGeom>
          <a:solidFill>
            <a:srgbClr val="E8F5E9"/>
          </a:solidFill>
          <a:ln w="8065" cap="flat">
            <a:solidFill>
              <a:srgbClr val="2E7D32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839A63-D332-4938-8DDB-2FCB92AEDCE8}"/>
              </a:ext>
            </a:extLst>
          </p:cNvPr>
          <p:cNvSpPr txBox="1"/>
          <p:nvPr/>
        </p:nvSpPr>
        <p:spPr>
          <a:xfrm>
            <a:off x="5576943" y="3907715"/>
            <a:ext cx="1038112" cy="244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89" b="1" spc="0" baseline="0">
                <a:solidFill>
                  <a:srgbClr val="000000"/>
                </a:solidFill>
                <a:latin typeface="맑은 고딕"/>
                <a:ea typeface="맑은 고딕"/>
                <a:sym typeface="맑은 고딕"/>
                <a:rtl val="0"/>
              </a:rPr>
              <a:t>5. 연습면허 발급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F68647-14EC-4CCA-A24B-3E7EF89ADFBC}"/>
              </a:ext>
            </a:extLst>
          </p:cNvPr>
          <p:cNvSpPr txBox="1"/>
          <p:nvPr/>
        </p:nvSpPr>
        <p:spPr>
          <a:xfrm>
            <a:off x="5363134" y="4093284"/>
            <a:ext cx="1465729" cy="212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99" spc="0" baseline="0">
                <a:solidFill>
                  <a:srgbClr val="555555"/>
                </a:solidFill>
                <a:latin typeface="맑은 고딕"/>
                <a:ea typeface="맑은 고딕"/>
                <a:sym typeface="맑은 고딕"/>
                <a:rtl val="0"/>
              </a:rPr>
              <a:t>도로주행 연습을 위한 임시 면허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96D0FCD6-02EC-47DE-815B-3BAC9175C84A}"/>
              </a:ext>
            </a:extLst>
          </p:cNvPr>
          <p:cNvSpPr/>
          <p:nvPr/>
        </p:nvSpPr>
        <p:spPr>
          <a:xfrm>
            <a:off x="6095999" y="4356847"/>
            <a:ext cx="8068" cy="282388"/>
          </a:xfrm>
          <a:custGeom>
            <a:avLst/>
            <a:gdLst>
              <a:gd name="connsiteX0" fmla="*/ 0 w 8068"/>
              <a:gd name="connsiteY0" fmla="*/ 0 h 282388"/>
              <a:gd name="connsiteX1" fmla="*/ 0 w 8068"/>
              <a:gd name="connsiteY1" fmla="*/ 282388 h 2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8" h="282388">
                <a:moveTo>
                  <a:pt x="0" y="0"/>
                </a:moveTo>
                <a:lnTo>
                  <a:pt x="0" y="282388"/>
                </a:lnTo>
              </a:path>
            </a:pathLst>
          </a:custGeom>
          <a:ln w="16129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6BB89757-6A1C-4469-A145-F2E107EAD1C6}"/>
              </a:ext>
            </a:extLst>
          </p:cNvPr>
          <p:cNvSpPr/>
          <p:nvPr/>
        </p:nvSpPr>
        <p:spPr>
          <a:xfrm>
            <a:off x="5087470" y="4679576"/>
            <a:ext cx="2017058" cy="484094"/>
          </a:xfrm>
          <a:custGeom>
            <a:avLst/>
            <a:gdLst>
              <a:gd name="connsiteX0" fmla="*/ 1952513 w 2017058"/>
              <a:gd name="connsiteY0" fmla="*/ 0 h 484094"/>
              <a:gd name="connsiteX1" fmla="*/ 2017059 w 2017058"/>
              <a:gd name="connsiteY1" fmla="*/ 0 h 484094"/>
              <a:gd name="connsiteX2" fmla="*/ 2017059 w 2017058"/>
              <a:gd name="connsiteY2" fmla="*/ 484094 h 484094"/>
              <a:gd name="connsiteX3" fmla="*/ 1952513 w 2017058"/>
              <a:gd name="connsiteY3" fmla="*/ 484094 h 484094"/>
              <a:gd name="connsiteX4" fmla="*/ 64546 w 2017058"/>
              <a:gd name="connsiteY4" fmla="*/ 484094 h 484094"/>
              <a:gd name="connsiteX5" fmla="*/ 0 w 2017058"/>
              <a:gd name="connsiteY5" fmla="*/ 484094 h 484094"/>
              <a:gd name="connsiteX6" fmla="*/ 0 w 2017058"/>
              <a:gd name="connsiteY6" fmla="*/ 0 h 484094"/>
              <a:gd name="connsiteX7" fmla="*/ 64546 w 2017058"/>
              <a:gd name="connsiteY7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058" h="484094">
                <a:moveTo>
                  <a:pt x="1952513" y="0"/>
                </a:moveTo>
                <a:cubicBezTo>
                  <a:pt x="1988161" y="0"/>
                  <a:pt x="2017059" y="0"/>
                  <a:pt x="2017059" y="0"/>
                </a:cubicBezTo>
                <a:lnTo>
                  <a:pt x="2017059" y="484094"/>
                </a:lnTo>
                <a:cubicBezTo>
                  <a:pt x="2017059" y="484094"/>
                  <a:pt x="1988161" y="484094"/>
                  <a:pt x="1952513" y="484094"/>
                </a:cubicBezTo>
                <a:lnTo>
                  <a:pt x="64546" y="484094"/>
                </a:lnTo>
                <a:cubicBezTo>
                  <a:pt x="28898" y="484094"/>
                  <a:pt x="0" y="484094"/>
                  <a:pt x="0" y="484094"/>
                </a:cubicBezTo>
                <a:lnTo>
                  <a:pt x="0" y="0"/>
                </a:lnTo>
                <a:cubicBezTo>
                  <a:pt x="0" y="0"/>
                  <a:pt x="28898" y="0"/>
                  <a:pt x="64546" y="0"/>
                </a:cubicBezTo>
                <a:close/>
              </a:path>
            </a:pathLst>
          </a:custGeom>
          <a:solidFill>
            <a:srgbClr val="E8F5E9"/>
          </a:solidFill>
          <a:ln w="8065" cap="flat">
            <a:solidFill>
              <a:srgbClr val="2E7D32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103C28-620F-420D-9026-BE9F6BB498BE}"/>
              </a:ext>
            </a:extLst>
          </p:cNvPr>
          <p:cNvSpPr txBox="1"/>
          <p:nvPr/>
        </p:nvSpPr>
        <p:spPr>
          <a:xfrm>
            <a:off x="5576943" y="4714538"/>
            <a:ext cx="1038112" cy="244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89" b="1" spc="0" baseline="0">
                <a:solidFill>
                  <a:srgbClr val="000000"/>
                </a:solidFill>
                <a:latin typeface="맑은 고딕"/>
                <a:ea typeface="맑은 고딕"/>
                <a:sym typeface="맑은 고딕"/>
                <a:rtl val="0"/>
              </a:rPr>
              <a:t>6. 도로주행 시험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76A8BE-69C1-4899-B0C4-562466FA7C82}"/>
              </a:ext>
            </a:extLst>
          </p:cNvPr>
          <p:cNvSpPr txBox="1"/>
          <p:nvPr/>
        </p:nvSpPr>
        <p:spPr>
          <a:xfrm>
            <a:off x="5407510" y="4900108"/>
            <a:ext cx="1376978" cy="212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99" spc="0" baseline="0">
                <a:solidFill>
                  <a:srgbClr val="555555"/>
                </a:solidFill>
                <a:latin typeface="맑은 고딕"/>
                <a:ea typeface="맑은 고딕"/>
                <a:sym typeface="맑은 고딕"/>
                <a:rtl val="0"/>
              </a:rPr>
              <a:t>실제 도로에서 주행 능력 평가</a:t>
            </a: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582179EE-826E-4D65-A3CC-3111817D7B62}"/>
              </a:ext>
            </a:extLst>
          </p:cNvPr>
          <p:cNvSpPr/>
          <p:nvPr/>
        </p:nvSpPr>
        <p:spPr>
          <a:xfrm>
            <a:off x="6095999" y="5163670"/>
            <a:ext cx="8068" cy="282388"/>
          </a:xfrm>
          <a:custGeom>
            <a:avLst/>
            <a:gdLst>
              <a:gd name="connsiteX0" fmla="*/ 0 w 8068"/>
              <a:gd name="connsiteY0" fmla="*/ 0 h 282388"/>
              <a:gd name="connsiteX1" fmla="*/ 0 w 8068"/>
              <a:gd name="connsiteY1" fmla="*/ 282388 h 2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8" h="282388">
                <a:moveTo>
                  <a:pt x="0" y="0"/>
                </a:moveTo>
                <a:lnTo>
                  <a:pt x="0" y="282388"/>
                </a:lnTo>
              </a:path>
            </a:pathLst>
          </a:custGeom>
          <a:ln w="16129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7349E171-272D-46BE-B692-D49F0E95BC20}"/>
              </a:ext>
            </a:extLst>
          </p:cNvPr>
          <p:cNvSpPr/>
          <p:nvPr/>
        </p:nvSpPr>
        <p:spPr>
          <a:xfrm>
            <a:off x="5087470" y="5486400"/>
            <a:ext cx="2017058" cy="484094"/>
          </a:xfrm>
          <a:custGeom>
            <a:avLst/>
            <a:gdLst>
              <a:gd name="connsiteX0" fmla="*/ 1952513 w 2017058"/>
              <a:gd name="connsiteY0" fmla="*/ 0 h 484094"/>
              <a:gd name="connsiteX1" fmla="*/ 2017059 w 2017058"/>
              <a:gd name="connsiteY1" fmla="*/ 0 h 484094"/>
              <a:gd name="connsiteX2" fmla="*/ 2017059 w 2017058"/>
              <a:gd name="connsiteY2" fmla="*/ 484094 h 484094"/>
              <a:gd name="connsiteX3" fmla="*/ 1952513 w 2017058"/>
              <a:gd name="connsiteY3" fmla="*/ 484094 h 484094"/>
              <a:gd name="connsiteX4" fmla="*/ 64546 w 2017058"/>
              <a:gd name="connsiteY4" fmla="*/ 484094 h 484094"/>
              <a:gd name="connsiteX5" fmla="*/ 0 w 2017058"/>
              <a:gd name="connsiteY5" fmla="*/ 484094 h 484094"/>
              <a:gd name="connsiteX6" fmla="*/ 0 w 2017058"/>
              <a:gd name="connsiteY6" fmla="*/ 0 h 484094"/>
              <a:gd name="connsiteX7" fmla="*/ 64546 w 2017058"/>
              <a:gd name="connsiteY7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058" h="484094">
                <a:moveTo>
                  <a:pt x="1952513" y="0"/>
                </a:moveTo>
                <a:cubicBezTo>
                  <a:pt x="1988161" y="0"/>
                  <a:pt x="2017059" y="0"/>
                  <a:pt x="2017059" y="0"/>
                </a:cubicBezTo>
                <a:lnTo>
                  <a:pt x="2017059" y="484094"/>
                </a:lnTo>
                <a:cubicBezTo>
                  <a:pt x="2017059" y="484094"/>
                  <a:pt x="1988161" y="484094"/>
                  <a:pt x="1952513" y="484094"/>
                </a:cubicBezTo>
                <a:lnTo>
                  <a:pt x="64546" y="484094"/>
                </a:lnTo>
                <a:cubicBezTo>
                  <a:pt x="28898" y="484094"/>
                  <a:pt x="0" y="484094"/>
                  <a:pt x="0" y="484094"/>
                </a:cubicBezTo>
                <a:lnTo>
                  <a:pt x="0" y="0"/>
                </a:lnTo>
                <a:cubicBezTo>
                  <a:pt x="0" y="0"/>
                  <a:pt x="28898" y="0"/>
                  <a:pt x="64546" y="0"/>
                </a:cubicBezTo>
                <a:close/>
              </a:path>
            </a:pathLst>
          </a:custGeom>
          <a:solidFill>
            <a:srgbClr val="FFE0B2"/>
          </a:solidFill>
          <a:ln w="24194" cap="flat">
            <a:solidFill>
              <a:srgbClr val="E651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B7B998-0DAE-41FE-AC06-72975FB4E0D8}"/>
              </a:ext>
            </a:extLst>
          </p:cNvPr>
          <p:cNvSpPr txBox="1"/>
          <p:nvPr/>
        </p:nvSpPr>
        <p:spPr>
          <a:xfrm>
            <a:off x="5520465" y="5521362"/>
            <a:ext cx="1151068" cy="244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89" b="1" spc="0" baseline="0">
                <a:solidFill>
                  <a:srgbClr val="000000"/>
                </a:solidFill>
                <a:latin typeface="맑은 고딕"/>
                <a:ea typeface="맑은 고딕"/>
                <a:sym typeface="맑은 고딕"/>
                <a:rtl val="0"/>
              </a:rPr>
              <a:t>7. 운전면허증 발급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598E43-37F7-4E69-B348-A57326F9673E}"/>
              </a:ext>
            </a:extLst>
          </p:cNvPr>
          <p:cNvSpPr txBox="1"/>
          <p:nvPr/>
        </p:nvSpPr>
        <p:spPr>
          <a:xfrm>
            <a:off x="5496260" y="5706931"/>
            <a:ext cx="1199477" cy="212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99" spc="0" baseline="0">
                <a:solidFill>
                  <a:srgbClr val="555555"/>
                </a:solidFill>
                <a:latin typeface="맑은 고딕"/>
                <a:ea typeface="맑은 고딕"/>
                <a:sym typeface="맑은 고딕"/>
                <a:rtl val="0"/>
              </a:rPr>
              <a:t>최종 합격 및 면허증 수령</a:t>
            </a:r>
          </a:p>
        </p:txBody>
      </p:sp>
    </p:spTree>
    <p:extLst>
      <p:ext uri="{BB962C8B-B14F-4D97-AF65-F5344CB8AC3E}">
        <p14:creationId xmlns:p14="http://schemas.microsoft.com/office/powerpoint/2010/main" val="1867804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3305</Words>
  <Application>Microsoft Office PowerPoint</Application>
  <PresentationFormat>와이드스크린</PresentationFormat>
  <Paragraphs>48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dcterms:created xsi:type="dcterms:W3CDTF">2026-04-16T01:58:58Z</dcterms:created>
  <dcterms:modified xsi:type="dcterms:W3CDTF">2026-04-16T03:00:47Z</dcterms:modified>
</cp:coreProperties>
</file>